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7"/>
  </p:notesMasterIdLst>
  <p:sldIdLst>
    <p:sldId id="256" r:id="rId2"/>
    <p:sldId id="269" r:id="rId3"/>
    <p:sldId id="270" r:id="rId4"/>
    <p:sldId id="271" r:id="rId5"/>
    <p:sldId id="267" r:id="rId6"/>
  </p:sldIdLst>
  <p:sldSz cx="18288000" cy="13716000"/>
  <p:notesSz cx="6858000" cy="9144000"/>
  <p:defaultTextStyle>
    <a:defPPr>
      <a:defRPr lang="ja-JP"/>
    </a:defPPr>
    <a:lvl1pPr marL="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5" userDrawn="1">
          <p15:clr>
            <a:srgbClr val="A4A3A4"/>
          </p15:clr>
        </p15:guide>
        <p15:guide id="2" pos="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24242"/>
    <a:srgbClr val="F3F3F3"/>
    <a:srgbClr val="EDEDED"/>
    <a:srgbClr val="B1B1B1"/>
    <a:srgbClr val="EAEAEA"/>
    <a:srgbClr val="E0E0E0"/>
    <a:srgbClr val="F6F6F6"/>
    <a:srgbClr val="47BEB0"/>
    <a:srgbClr val="45B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98"/>
    <p:restoredTop sz="94685"/>
  </p:normalViewPr>
  <p:slideViewPr>
    <p:cSldViewPr snapToGrid="0" snapToObjects="1">
      <p:cViewPr varScale="1">
        <p:scale>
          <a:sx n="74" d="100"/>
          <a:sy n="74" d="100"/>
        </p:scale>
        <p:origin x="2440" y="224"/>
      </p:cViewPr>
      <p:guideLst>
        <p:guide orient="horz" pos="3005"/>
        <p:guide pos="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360EB-EED5-E74A-9E1B-64442734BBCE}" type="datetimeFigureOut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4AD5B-25DE-AE41-9ACA-EFDE3C4BB9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23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8260-19DA-2240-B1D7-219E5D21CDB1}"/>
              </a:ext>
            </a:extLst>
          </p:cNvPr>
          <p:cNvSpPr/>
          <p:nvPr userDrawn="1"/>
        </p:nvSpPr>
        <p:spPr>
          <a:xfrm>
            <a:off x="8984" y="3505120"/>
            <a:ext cx="18288000" cy="6710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45398-8E84-6D48-A295-1E46203161AD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12109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266" userDrawn="1">
          <p15:clr>
            <a:srgbClr val="FBAE40"/>
          </p15:clr>
        </p15:guide>
        <p15:guide id="2" pos="38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B87F-D452-BB41-AEC0-A2030D7E0E82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9962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0" name="円弧 9">
            <a:extLst>
              <a:ext uri="{FF2B5EF4-FFF2-40B4-BE49-F238E27FC236}">
                <a16:creationId xmlns:a16="http://schemas.microsoft.com/office/drawing/2014/main" id="{16AFAE70-4E49-9E48-A796-1F133996FBCA}"/>
              </a:ext>
            </a:extLst>
          </p:cNvPr>
          <p:cNvSpPr/>
          <p:nvPr userDrawn="1"/>
        </p:nvSpPr>
        <p:spPr>
          <a:xfrm rot="5400000">
            <a:off x="-1319547" y="-1502762"/>
            <a:ext cx="2628000" cy="2988000"/>
          </a:xfrm>
          <a:prstGeom prst="arc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4000"/>
          </a:p>
        </p:txBody>
      </p:sp>
      <p:sp>
        <p:nvSpPr>
          <p:cNvPr id="12" name="テキスト プレースホルダー 8">
            <a:extLst>
              <a:ext uri="{FF2B5EF4-FFF2-40B4-BE49-F238E27FC236}">
                <a16:creationId xmlns:a16="http://schemas.microsoft.com/office/drawing/2014/main" id="{BBD7C122-4D56-D542-98E1-1B42D6D0A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52615" y="-159024"/>
            <a:ext cx="6450012" cy="1420388"/>
          </a:xfrm>
        </p:spPr>
        <p:txBody>
          <a:bodyPr>
            <a:noAutofit/>
          </a:bodyPr>
          <a:lstStyle>
            <a:lvl1pPr marL="0" indent="0">
              <a:buNone/>
              <a:defRPr sz="105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en-US" altLang="ja-JP" dirty="0"/>
              <a:t>No.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3F0DC34E-6387-ED4D-854A-179BF60A024D}"/>
              </a:ext>
            </a:extLst>
          </p:cNvPr>
          <p:cNvSpPr/>
          <p:nvPr userDrawn="1"/>
        </p:nvSpPr>
        <p:spPr>
          <a:xfrm>
            <a:off x="753228" y="866722"/>
            <a:ext cx="126000" cy="126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4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364D-BACC-2C4C-B4BD-D2B5C102E529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578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95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ピー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4743A-8892-2C4F-992E-C13B5BDD4E64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C64DA23-46D9-984B-B610-6E67459B873E}"/>
              </a:ext>
            </a:extLst>
          </p:cNvPr>
          <p:cNvGrpSpPr/>
          <p:nvPr userDrawn="1"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665C4E3-299D-DF48-8BFD-9D032E326C5F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036DCA53-79EE-E047-9C3D-D1D6BE4D29A3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B75F477-C889-2943-A2CA-1622C8EA202B}"/>
              </a:ext>
            </a:extLst>
          </p:cNvPr>
          <p:cNvGrpSpPr/>
          <p:nvPr userDrawn="1"/>
        </p:nvGrpSpPr>
        <p:grpSpPr>
          <a:xfrm>
            <a:off x="617232" y="2555510"/>
            <a:ext cx="539448" cy="487368"/>
            <a:chOff x="400056" y="1061560"/>
            <a:chExt cx="269724" cy="243684"/>
          </a:xfrm>
        </p:grpSpPr>
        <p:sp>
          <p:nvSpPr>
            <p:cNvPr id="46" name="三角形 45">
              <a:extLst>
                <a:ext uri="{FF2B5EF4-FFF2-40B4-BE49-F238E27FC236}">
                  <a16:creationId xmlns:a16="http://schemas.microsoft.com/office/drawing/2014/main" id="{2A685D1C-1FAF-1B40-9357-32E276CD76E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7" name="三角形 46">
              <a:extLst>
                <a:ext uri="{FF2B5EF4-FFF2-40B4-BE49-F238E27FC236}">
                  <a16:creationId xmlns:a16="http://schemas.microsoft.com/office/drawing/2014/main" id="{4B27A33D-C837-B14A-83D0-153BF1C23FD2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8" name="三角形 47">
            <a:extLst>
              <a:ext uri="{FF2B5EF4-FFF2-40B4-BE49-F238E27FC236}">
                <a16:creationId xmlns:a16="http://schemas.microsoft.com/office/drawing/2014/main" id="{BEA7B9D1-FCCE-824A-BFC7-6A498C977FD4}"/>
              </a:ext>
            </a:extLst>
          </p:cNvPr>
          <p:cNvSpPr/>
          <p:nvPr userDrawn="1"/>
        </p:nvSpPr>
        <p:spPr>
          <a:xfrm rot="5400000">
            <a:off x="1076238" y="3359928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9" name="テキスト プレースホルダー 27">
            <a:extLst>
              <a:ext uri="{FF2B5EF4-FFF2-40B4-BE49-F238E27FC236}">
                <a16:creationId xmlns:a16="http://schemas.microsoft.com/office/drawing/2014/main" id="{1BC1998B-2FF5-524F-8768-2B4D222F8E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2976" y="2484733"/>
            <a:ext cx="16632960" cy="997834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50" name="テキスト プレースホルダー 29">
            <a:extLst>
              <a:ext uri="{FF2B5EF4-FFF2-40B4-BE49-F238E27FC236}">
                <a16:creationId xmlns:a16="http://schemas.microsoft.com/office/drawing/2014/main" id="{8BEB543B-9F21-374C-8C29-418CED1A87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7090" y="3246502"/>
            <a:ext cx="16135964" cy="85399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51" name="テキスト プレースホルダー 30">
            <a:extLst>
              <a:ext uri="{FF2B5EF4-FFF2-40B4-BE49-F238E27FC236}">
                <a16:creationId xmlns:a16="http://schemas.microsoft.com/office/drawing/2014/main" id="{02304497-0A2B-5C45-97ED-E58D120C14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049" y="1583871"/>
            <a:ext cx="17302163" cy="1403350"/>
          </a:xfrm>
        </p:spPr>
        <p:txBody>
          <a:bodyPr>
            <a:normAutofit/>
          </a:bodyPr>
          <a:lstStyle>
            <a:lvl1pPr marL="0" indent="0">
              <a:buNone/>
              <a:defRPr sz="6000"/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16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F45C-815F-0043-820E-A2D321314DBC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58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E0CE-9309-3240-83C7-76C209C30852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4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A0482-7AD7-EC44-91EB-F8A6C4A90483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93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A57A9-D3F8-7A47-8AA7-4E768BAADACA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64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コンテンツ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BD7-55A2-D04F-A64C-C97B433A25BA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5DEE4-D8E9-DF44-B955-517F9E979755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8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42DB-A871-4B48-B99A-71396517E9F4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21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7E2D-D9E9-394D-8594-92F2771F2367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25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D2571E-41D4-D848-BB3B-72FBCA05A8F2}"/>
              </a:ext>
            </a:extLst>
          </p:cNvPr>
          <p:cNvSpPr/>
          <p:nvPr userDrawn="1"/>
        </p:nvSpPr>
        <p:spPr>
          <a:xfrm>
            <a:off x="0" y="13349930"/>
            <a:ext cx="18288000" cy="3496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B798F2-936C-9A42-9A8A-109E75FBD456}"/>
              </a:ext>
            </a:extLst>
          </p:cNvPr>
          <p:cNvSpPr/>
          <p:nvPr userDrawn="1"/>
        </p:nvSpPr>
        <p:spPr>
          <a:xfrm>
            <a:off x="0" y="-1802"/>
            <a:ext cx="18288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2658" y="1315493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8A335574-F31F-4A45-B838-151F36950B7C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3186238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5862" y="13153581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55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8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289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8BF32-0C66-1E44-925C-F1A9DBEC0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514C09A7-F9A3-4246-953E-DEDDA0B9D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17268508 </a:t>
            </a:r>
            <a:r>
              <a:rPr lang="ja-JP" altLang="en-US"/>
              <a:t>松下昌悟</a:t>
            </a:r>
            <a:endParaRPr kumimoji="1" lang="ja-JP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711B5A-02FA-904E-8709-C7DBEEC3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F5BDF-A745-D84F-B041-43EDBA4414B3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02093A-5EED-FE40-9D94-B21C99E1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2F569F-A4A1-AC4F-AF16-B68230E7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815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B87F-D452-BB41-AEC0-A2030D7E0E82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自己紹介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166C3BE-44F0-084D-8BC9-2F950C3739AF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BAFD28C-61DB-3D4F-A6E5-8FA6E0648C4E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794CD96-6B4A-9941-9577-44F06007F770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AC776F9-2693-7E40-BFB7-0C23BE2522FA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11" name="三角形 10">
              <a:extLst>
                <a:ext uri="{FF2B5EF4-FFF2-40B4-BE49-F238E27FC236}">
                  <a16:creationId xmlns:a16="http://schemas.microsoft.com/office/drawing/2014/main" id="{8430BDE4-6552-1D48-A4C0-F33BEFFDBDFD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2" name="三角形 11">
              <a:extLst>
                <a:ext uri="{FF2B5EF4-FFF2-40B4-BE49-F238E27FC236}">
                  <a16:creationId xmlns:a16="http://schemas.microsoft.com/office/drawing/2014/main" id="{47EDCEB6-185D-B947-B4BA-9A898A81162E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3" name="テキスト プレースホルダー 27">
            <a:extLst>
              <a:ext uri="{FF2B5EF4-FFF2-40B4-BE49-F238E27FC236}">
                <a16:creationId xmlns:a16="http://schemas.microsoft.com/office/drawing/2014/main" id="{6BAA614C-7464-9C49-98FF-A81E5EF21849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松下昌悟</a:t>
            </a:r>
            <a:r>
              <a:rPr lang="en-US" altLang="ja-JP" dirty="0"/>
              <a:t>(</a:t>
            </a:r>
            <a:r>
              <a:rPr lang="ja-JP" altLang="en-US"/>
              <a:t>まつしたしょうご</a:t>
            </a:r>
            <a:r>
              <a:rPr lang="en-US" altLang="ja-JP" dirty="0"/>
              <a:t>)</a:t>
            </a:r>
            <a:endParaRPr lang="ja-JP" altLang="en-US"/>
          </a:p>
        </p:txBody>
      </p:sp>
      <p:sp>
        <p:nvSpPr>
          <p:cNvPr id="14" name="テキスト プレースホルダー 30">
            <a:extLst>
              <a:ext uri="{FF2B5EF4-FFF2-40B4-BE49-F238E27FC236}">
                <a16:creationId xmlns:a16="http://schemas.microsoft.com/office/drawing/2014/main" id="{A12F3847-A97B-4644-8B40-BB26AEBC8C3C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プロフィール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E5283FB-A701-854D-B152-993559013154}"/>
              </a:ext>
            </a:extLst>
          </p:cNvPr>
          <p:cNvGrpSpPr/>
          <p:nvPr/>
        </p:nvGrpSpPr>
        <p:grpSpPr>
          <a:xfrm>
            <a:off x="613683" y="5090216"/>
            <a:ext cx="539448" cy="487368"/>
            <a:chOff x="400056" y="1061560"/>
            <a:chExt cx="269724" cy="243684"/>
          </a:xfrm>
        </p:grpSpPr>
        <p:sp>
          <p:nvSpPr>
            <p:cNvPr id="16" name="三角形 15">
              <a:extLst>
                <a:ext uri="{FF2B5EF4-FFF2-40B4-BE49-F238E27FC236}">
                  <a16:creationId xmlns:a16="http://schemas.microsoft.com/office/drawing/2014/main" id="{41FC6C5A-3D91-F24E-A7AA-0DCC50E530D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7" name="三角形 16">
              <a:extLst>
                <a:ext uri="{FF2B5EF4-FFF2-40B4-BE49-F238E27FC236}">
                  <a16:creationId xmlns:a16="http://schemas.microsoft.com/office/drawing/2014/main" id="{881DF48E-8201-0B42-B002-CC7A7677C69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8" name="テキスト プレースホルダー 27">
            <a:extLst>
              <a:ext uri="{FF2B5EF4-FFF2-40B4-BE49-F238E27FC236}">
                <a16:creationId xmlns:a16="http://schemas.microsoft.com/office/drawing/2014/main" id="{84F182E2-1CEC-8E4C-81F0-2297D5903225}"/>
              </a:ext>
            </a:extLst>
          </p:cNvPr>
          <p:cNvSpPr txBox="1">
            <a:spLocks/>
          </p:cNvSpPr>
          <p:nvPr/>
        </p:nvSpPr>
        <p:spPr>
          <a:xfrm>
            <a:off x="1139427" y="5017591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仙台高専情報システム工学科出身</a:t>
            </a:r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3465318F-26CB-BD43-B3C5-15254BBB17DE}"/>
              </a:ext>
            </a:extLst>
          </p:cNvPr>
          <p:cNvSpPr/>
          <p:nvPr/>
        </p:nvSpPr>
        <p:spPr>
          <a:xfrm rot="5400000">
            <a:off x="1076238" y="4258932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20" name="テキスト プレースホルダー 29">
            <a:extLst>
              <a:ext uri="{FF2B5EF4-FFF2-40B4-BE49-F238E27FC236}">
                <a16:creationId xmlns:a16="http://schemas.microsoft.com/office/drawing/2014/main" id="{16EF3A25-0AE9-5148-B3D8-8D8DF74F9A95}"/>
              </a:ext>
            </a:extLst>
          </p:cNvPr>
          <p:cNvSpPr txBox="1">
            <a:spLocks/>
          </p:cNvSpPr>
          <p:nvPr/>
        </p:nvSpPr>
        <p:spPr>
          <a:xfrm>
            <a:off x="1457090" y="4143658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東北弁</a:t>
            </a:r>
            <a:r>
              <a:rPr lang="en-US" altLang="ja-JP" dirty="0"/>
              <a:t>(</a:t>
            </a:r>
            <a:r>
              <a:rPr lang="ja-JP" altLang="en-US"/>
              <a:t>仙台弁</a:t>
            </a:r>
            <a:r>
              <a:rPr lang="en-US" altLang="ja-JP" dirty="0"/>
              <a:t>?)</a:t>
            </a:r>
            <a:r>
              <a:rPr lang="ja-JP" altLang="en-US"/>
              <a:t>は話せません</a:t>
            </a:r>
            <a:endParaRPr lang="en-US" altLang="ja-JP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58E5906-46A6-5F44-AFC9-D9F3F68992E6}"/>
              </a:ext>
            </a:extLst>
          </p:cNvPr>
          <p:cNvGrpSpPr/>
          <p:nvPr/>
        </p:nvGrpSpPr>
        <p:grpSpPr>
          <a:xfrm>
            <a:off x="627387" y="5981840"/>
            <a:ext cx="539448" cy="487368"/>
            <a:chOff x="400056" y="1061560"/>
            <a:chExt cx="269724" cy="243684"/>
          </a:xfrm>
        </p:grpSpPr>
        <p:sp>
          <p:nvSpPr>
            <p:cNvPr id="22" name="三角形 21">
              <a:extLst>
                <a:ext uri="{FF2B5EF4-FFF2-40B4-BE49-F238E27FC236}">
                  <a16:creationId xmlns:a16="http://schemas.microsoft.com/office/drawing/2014/main" id="{948E7CAE-1368-8647-9AB9-507F2B09145B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3" name="三角形 22">
              <a:extLst>
                <a:ext uri="{FF2B5EF4-FFF2-40B4-BE49-F238E27FC236}">
                  <a16:creationId xmlns:a16="http://schemas.microsoft.com/office/drawing/2014/main" id="{F27A3B2A-B283-E645-B072-C676A9E54C56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24" name="テキスト プレースホルダー 27">
            <a:extLst>
              <a:ext uri="{FF2B5EF4-FFF2-40B4-BE49-F238E27FC236}">
                <a16:creationId xmlns:a16="http://schemas.microsoft.com/office/drawing/2014/main" id="{C022E6D9-8672-AB41-8F49-CB2F04962933}"/>
              </a:ext>
            </a:extLst>
          </p:cNvPr>
          <p:cNvSpPr txBox="1">
            <a:spLocks/>
          </p:cNvSpPr>
          <p:nvPr/>
        </p:nvSpPr>
        <p:spPr>
          <a:xfrm>
            <a:off x="1153131" y="5909215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趣味はカラオケ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A4CA3F4F-4129-054D-A9B0-BE8375A3C88D}"/>
              </a:ext>
            </a:extLst>
          </p:cNvPr>
          <p:cNvGrpSpPr/>
          <p:nvPr/>
        </p:nvGrpSpPr>
        <p:grpSpPr>
          <a:xfrm>
            <a:off x="606037" y="7667866"/>
            <a:ext cx="539448" cy="487368"/>
            <a:chOff x="400056" y="1061560"/>
            <a:chExt cx="269724" cy="243684"/>
          </a:xfrm>
        </p:grpSpPr>
        <p:sp>
          <p:nvSpPr>
            <p:cNvPr id="26" name="三角形 25">
              <a:extLst>
                <a:ext uri="{FF2B5EF4-FFF2-40B4-BE49-F238E27FC236}">
                  <a16:creationId xmlns:a16="http://schemas.microsoft.com/office/drawing/2014/main" id="{7A4C20C3-09AA-9749-BB50-728E69540D8F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7" name="三角形 26">
              <a:extLst>
                <a:ext uri="{FF2B5EF4-FFF2-40B4-BE49-F238E27FC236}">
                  <a16:creationId xmlns:a16="http://schemas.microsoft.com/office/drawing/2014/main" id="{3D08F1E6-FE71-D743-AA64-3FEE79A99BE1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28" name="テキスト プレースホルダー 27">
            <a:extLst>
              <a:ext uri="{FF2B5EF4-FFF2-40B4-BE49-F238E27FC236}">
                <a16:creationId xmlns:a16="http://schemas.microsoft.com/office/drawing/2014/main" id="{06B57F3A-4A67-544A-8FCC-852422C50E18}"/>
              </a:ext>
            </a:extLst>
          </p:cNvPr>
          <p:cNvSpPr txBox="1">
            <a:spLocks/>
          </p:cNvSpPr>
          <p:nvPr/>
        </p:nvSpPr>
        <p:spPr>
          <a:xfrm>
            <a:off x="1131781" y="7595240"/>
            <a:ext cx="16632960" cy="9898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数年前までアイドルオタク</a:t>
            </a:r>
            <a:endParaRPr lang="en-US" altLang="ja-JP" dirty="0"/>
          </a:p>
        </p:txBody>
      </p:sp>
      <p:sp>
        <p:nvSpPr>
          <p:cNvPr id="29" name="三角形 28">
            <a:extLst>
              <a:ext uri="{FF2B5EF4-FFF2-40B4-BE49-F238E27FC236}">
                <a16:creationId xmlns:a16="http://schemas.microsoft.com/office/drawing/2014/main" id="{33FB377F-58A6-5440-8A90-F08D29FE013D}"/>
              </a:ext>
            </a:extLst>
          </p:cNvPr>
          <p:cNvSpPr/>
          <p:nvPr/>
        </p:nvSpPr>
        <p:spPr>
          <a:xfrm rot="5400000">
            <a:off x="1076238" y="6829420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0" name="テキスト プレースホルダー 29">
            <a:extLst>
              <a:ext uri="{FF2B5EF4-FFF2-40B4-BE49-F238E27FC236}">
                <a16:creationId xmlns:a16="http://schemas.microsoft.com/office/drawing/2014/main" id="{5F996864-E472-5D4D-B140-E24B3620DAB3}"/>
              </a:ext>
            </a:extLst>
          </p:cNvPr>
          <p:cNvSpPr txBox="1">
            <a:spLocks/>
          </p:cNvSpPr>
          <p:nvPr/>
        </p:nvSpPr>
        <p:spPr>
          <a:xfrm>
            <a:off x="1457090" y="6714146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ヒトカラは</a:t>
            </a:r>
            <a:r>
              <a:rPr lang="en-US" altLang="ja-JP" dirty="0"/>
              <a:t>5</a:t>
            </a:r>
            <a:r>
              <a:rPr lang="ja-JP" altLang="en-US"/>
              <a:t>年前くらいから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9CAA84F6-0F31-4944-9818-EAAC56FB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143" y="1120423"/>
            <a:ext cx="5499835" cy="7776117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FEEC2FF1-7390-F24C-8F63-F47283981DDC}"/>
              </a:ext>
            </a:extLst>
          </p:cNvPr>
          <p:cNvGrpSpPr/>
          <p:nvPr/>
        </p:nvGrpSpPr>
        <p:grpSpPr>
          <a:xfrm>
            <a:off x="617232" y="3440083"/>
            <a:ext cx="539448" cy="487368"/>
            <a:chOff x="400056" y="1061560"/>
            <a:chExt cx="269724" cy="243684"/>
          </a:xfrm>
        </p:grpSpPr>
        <p:sp>
          <p:nvSpPr>
            <p:cNvPr id="33" name="三角形 32">
              <a:extLst>
                <a:ext uri="{FF2B5EF4-FFF2-40B4-BE49-F238E27FC236}">
                  <a16:creationId xmlns:a16="http://schemas.microsoft.com/office/drawing/2014/main" id="{2E6006AB-E26A-E949-A0A1-8002FC576FF2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4" name="三角形 33">
              <a:extLst>
                <a:ext uri="{FF2B5EF4-FFF2-40B4-BE49-F238E27FC236}">
                  <a16:creationId xmlns:a16="http://schemas.microsoft.com/office/drawing/2014/main" id="{A80201D8-3177-2545-BF56-A4923D47EE08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5" name="テキスト プレースホルダー 27">
            <a:extLst>
              <a:ext uri="{FF2B5EF4-FFF2-40B4-BE49-F238E27FC236}">
                <a16:creationId xmlns:a16="http://schemas.microsoft.com/office/drawing/2014/main" id="{45812FCD-9D26-2541-8C20-02C190CDCEDE}"/>
              </a:ext>
            </a:extLst>
          </p:cNvPr>
          <p:cNvSpPr txBox="1">
            <a:spLocks/>
          </p:cNvSpPr>
          <p:nvPr/>
        </p:nvSpPr>
        <p:spPr>
          <a:xfrm>
            <a:off x="1142976" y="3367458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宮城県出身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89F040F1-7852-8A4C-BCD8-5B8E5D473C9F}"/>
              </a:ext>
            </a:extLst>
          </p:cNvPr>
          <p:cNvGrpSpPr/>
          <p:nvPr/>
        </p:nvGrpSpPr>
        <p:grpSpPr>
          <a:xfrm>
            <a:off x="604983" y="9402522"/>
            <a:ext cx="539448" cy="487368"/>
            <a:chOff x="400056" y="1061560"/>
            <a:chExt cx="269724" cy="243684"/>
          </a:xfrm>
        </p:grpSpPr>
        <p:sp>
          <p:nvSpPr>
            <p:cNvPr id="37" name="三角形 36">
              <a:extLst>
                <a:ext uri="{FF2B5EF4-FFF2-40B4-BE49-F238E27FC236}">
                  <a16:creationId xmlns:a16="http://schemas.microsoft.com/office/drawing/2014/main" id="{308EED06-5B23-2B40-9D67-F3800DF39027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8" name="三角形 37">
              <a:extLst>
                <a:ext uri="{FF2B5EF4-FFF2-40B4-BE49-F238E27FC236}">
                  <a16:creationId xmlns:a16="http://schemas.microsoft.com/office/drawing/2014/main" id="{7FD9FA6B-E6AA-C040-8D50-55F0F4BED256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9" name="テキスト プレースホルダー 27">
            <a:extLst>
              <a:ext uri="{FF2B5EF4-FFF2-40B4-BE49-F238E27FC236}">
                <a16:creationId xmlns:a16="http://schemas.microsoft.com/office/drawing/2014/main" id="{16F1647E-948A-664B-B6AA-B2838E512E41}"/>
              </a:ext>
            </a:extLst>
          </p:cNvPr>
          <p:cNvSpPr txBox="1">
            <a:spLocks/>
          </p:cNvSpPr>
          <p:nvPr/>
        </p:nvSpPr>
        <p:spPr>
          <a:xfrm>
            <a:off x="1130727" y="9329896"/>
            <a:ext cx="16632960" cy="23427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最近は</a:t>
            </a:r>
            <a:r>
              <a:rPr lang="en-US" altLang="ja-JP" dirty="0">
                <a:solidFill>
                  <a:schemeClr val="accent2"/>
                </a:solidFill>
              </a:rPr>
              <a:t>MARVEL</a:t>
            </a:r>
            <a:r>
              <a:rPr lang="ja-JP" altLang="en-US">
                <a:solidFill>
                  <a:schemeClr val="accent2"/>
                </a:solidFill>
              </a:rPr>
              <a:t>ヒーロー映画</a:t>
            </a:r>
            <a:r>
              <a:rPr lang="ja-JP" altLang="en-US">
                <a:solidFill>
                  <a:schemeClr val="tx1"/>
                </a:solidFill>
              </a:rPr>
              <a:t>・</a:t>
            </a:r>
            <a:r>
              <a:rPr lang="ja-JP" altLang="en-US">
                <a:solidFill>
                  <a:schemeClr val="accent2"/>
                </a:solidFill>
              </a:rPr>
              <a:t>バーチャル</a:t>
            </a:r>
            <a:r>
              <a:rPr lang="en-US" altLang="ja-JP" dirty="0">
                <a:solidFill>
                  <a:schemeClr val="accent2"/>
                </a:solidFill>
              </a:rPr>
              <a:t>YouTuber</a:t>
            </a:r>
            <a:r>
              <a:rPr lang="ja-JP" altLang="en-US"/>
              <a:t>が熱い</a:t>
            </a:r>
            <a:endParaRPr lang="en-US" altLang="ja-JP" dirty="0"/>
          </a:p>
        </p:txBody>
      </p:sp>
      <p:sp>
        <p:nvSpPr>
          <p:cNvPr id="40" name="三角形 39">
            <a:extLst>
              <a:ext uri="{FF2B5EF4-FFF2-40B4-BE49-F238E27FC236}">
                <a16:creationId xmlns:a16="http://schemas.microsoft.com/office/drawing/2014/main" id="{3C127049-1AC6-534E-9849-3ABF15F548D3}"/>
              </a:ext>
            </a:extLst>
          </p:cNvPr>
          <p:cNvSpPr/>
          <p:nvPr/>
        </p:nvSpPr>
        <p:spPr>
          <a:xfrm rot="5400000">
            <a:off x="1036581" y="8521853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1" name="テキスト プレースホルダー 29">
            <a:extLst>
              <a:ext uri="{FF2B5EF4-FFF2-40B4-BE49-F238E27FC236}">
                <a16:creationId xmlns:a16="http://schemas.microsoft.com/office/drawing/2014/main" id="{438E3C1C-E3DB-114D-9F14-2FCF27FF7C36}"/>
              </a:ext>
            </a:extLst>
          </p:cNvPr>
          <p:cNvSpPr txBox="1">
            <a:spLocks/>
          </p:cNvSpPr>
          <p:nvPr/>
        </p:nvSpPr>
        <p:spPr>
          <a:xfrm>
            <a:off x="1417433" y="8406579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ペンライトを自作したりもした</a:t>
            </a:r>
          </a:p>
        </p:txBody>
      </p:sp>
    </p:spTree>
    <p:extLst>
      <p:ext uri="{BB962C8B-B14F-4D97-AF65-F5344CB8AC3E}">
        <p14:creationId xmlns:p14="http://schemas.microsoft.com/office/powerpoint/2010/main" val="330069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B87F-D452-BB41-AEC0-A2030D7E0E82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高専時代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2A07AF5-ED41-404B-8C5B-BF0EE8341235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66E0CD3-8ED7-6448-AFDB-FF5BD3B222B6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98A16D77-13B3-1545-9A98-4F09A1661C4D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D6EBE196-9FAB-F448-A5E1-80AD4FEAE069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46" name="三角形 45">
              <a:extLst>
                <a:ext uri="{FF2B5EF4-FFF2-40B4-BE49-F238E27FC236}">
                  <a16:creationId xmlns:a16="http://schemas.microsoft.com/office/drawing/2014/main" id="{46B07D8F-8242-504F-B2C3-0E1706DDDB22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7" name="三角形 46">
              <a:extLst>
                <a:ext uri="{FF2B5EF4-FFF2-40B4-BE49-F238E27FC236}">
                  <a16:creationId xmlns:a16="http://schemas.microsoft.com/office/drawing/2014/main" id="{3F54D34F-1158-A94C-96D4-513ACEB615B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8" name="テキスト プレースホルダー 27">
            <a:extLst>
              <a:ext uri="{FF2B5EF4-FFF2-40B4-BE49-F238E27FC236}">
                <a16:creationId xmlns:a16="http://schemas.microsoft.com/office/drawing/2014/main" id="{BE3909B2-560E-994F-91B6-20811211B48C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2</a:t>
            </a:r>
            <a:r>
              <a:rPr lang="ja-JP" altLang="en-US"/>
              <a:t>つの高専が合併してできた高専</a:t>
            </a:r>
          </a:p>
        </p:txBody>
      </p:sp>
      <p:sp>
        <p:nvSpPr>
          <p:cNvPr id="49" name="テキスト プレースホルダー 30">
            <a:extLst>
              <a:ext uri="{FF2B5EF4-FFF2-40B4-BE49-F238E27FC236}">
                <a16:creationId xmlns:a16="http://schemas.microsoft.com/office/drawing/2014/main" id="{11CC915B-E98E-EF4D-BF9F-38E95A87D7A8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仙台高専について</a:t>
            </a:r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9C241144-13A1-144B-8BDB-392AE84F60C7}"/>
              </a:ext>
            </a:extLst>
          </p:cNvPr>
          <p:cNvGrpSpPr/>
          <p:nvPr/>
        </p:nvGrpSpPr>
        <p:grpSpPr>
          <a:xfrm>
            <a:off x="10122462" y="2710325"/>
            <a:ext cx="7712015" cy="5042909"/>
            <a:chOff x="10608647" y="1331314"/>
            <a:chExt cx="7712015" cy="5042909"/>
          </a:xfrm>
        </p:grpSpPr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384363F0-167A-9A4E-9F55-A947246F46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78" b="89209" l="2000" r="97000">
                          <a14:foregroundMark x1="54000" y1="3237" x2="54000" y2="3237"/>
                          <a14:foregroundMark x1="2000" y1="18345" x2="2000" y2="18345"/>
                          <a14:foregroundMark x1="92000" y1="47842" x2="92000" y2="47842"/>
                          <a14:foregroundMark x1="97000" y1="48201" x2="97000" y2="48201"/>
                          <a14:foregroundMark x1="44000" y1="47122" x2="44000" y2="47122"/>
                          <a14:foregroundMark x1="51000" y1="50719" x2="51000" y2="50719"/>
                          <a14:foregroundMark x1="51000" y1="49281" x2="51000" y2="49281"/>
                          <a14:foregroundMark x1="47000" y1="45324" x2="47000" y2="45324"/>
                          <a14:foregroundMark x1="50000" y1="47842" x2="50000" y2="47842"/>
                          <a14:foregroundMark x1="37000" y1="47842" x2="37000" y2="47842"/>
                          <a14:foregroundMark x1="38500" y1="45324" x2="38500" y2="45324"/>
                          <a14:foregroundMark x1="33000" y1="48921" x2="33000" y2="48921"/>
                          <a14:foregroundMark x1="40000" y1="43885" x2="40000" y2="43885"/>
                        </a14:backgroundRemoval>
                      </a14:imgEffect>
                    </a14:imgLayer>
                  </a14:imgProps>
                </a:ext>
              </a:extLst>
            </a:blip>
            <a:srcRect b="14284"/>
            <a:stretch/>
          </p:blipFill>
          <p:spPr>
            <a:xfrm>
              <a:off x="12789332" y="1331314"/>
              <a:ext cx="3350644" cy="3982555"/>
            </a:xfrm>
            <a:prstGeom prst="rect">
              <a:avLst/>
            </a:prstGeom>
          </p:spPr>
        </p:pic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22B77D85-78E7-C04E-BCF5-777E09D3D475}"/>
                </a:ext>
              </a:extLst>
            </p:cNvPr>
            <p:cNvSpPr txBox="1"/>
            <p:nvPr/>
          </p:nvSpPr>
          <p:spPr>
            <a:xfrm>
              <a:off x="10608647" y="5297005"/>
              <a:ext cx="77120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/>
                <a:t>仙台高専の</a:t>
              </a:r>
              <a:r>
                <a:rPr kumimoji="1" lang="en-US" altLang="ja-JP" sz="3200" dirty="0">
                  <a:solidFill>
                    <a:schemeClr val="accent3"/>
                  </a:solidFill>
                </a:rPr>
                <a:t>“</a:t>
              </a:r>
              <a:r>
                <a:rPr kumimoji="1" lang="ja-JP" altLang="en-US" sz="3200" b="1">
                  <a:solidFill>
                    <a:schemeClr val="accent3"/>
                  </a:solidFill>
                </a:rPr>
                <a:t>かわいい</a:t>
              </a:r>
              <a:r>
                <a:rPr kumimoji="1" lang="en-US" altLang="ja-JP" sz="3200" b="1" dirty="0">
                  <a:solidFill>
                    <a:schemeClr val="accent3"/>
                  </a:solidFill>
                </a:rPr>
                <a:t>”</a:t>
              </a:r>
              <a:br>
                <a:rPr kumimoji="1" lang="en-US" altLang="ja-JP" sz="3200" dirty="0"/>
              </a:br>
              <a:r>
                <a:rPr kumimoji="1" lang="ja-JP" altLang="en-US" sz="3200"/>
                <a:t>マスコットキャラクター</a:t>
              </a:r>
              <a:r>
                <a:rPr kumimoji="1" lang="en-US" altLang="ja-JP" sz="3200" dirty="0"/>
                <a:t>(</a:t>
              </a:r>
              <a:r>
                <a:rPr kumimoji="1" lang="ja-JP" altLang="en-US" sz="3200"/>
                <a:t>ロジェット</a:t>
              </a:r>
              <a:r>
                <a:rPr kumimoji="1" lang="en-US" altLang="ja-JP" sz="3200" dirty="0"/>
                <a:t>)</a:t>
              </a:r>
              <a:endParaRPr kumimoji="1" lang="ja-JP" altLang="en-US" sz="320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D979200D-5317-B14F-A301-05AA5F2E7C57}"/>
              </a:ext>
            </a:extLst>
          </p:cNvPr>
          <p:cNvGrpSpPr/>
          <p:nvPr/>
        </p:nvGrpSpPr>
        <p:grpSpPr>
          <a:xfrm>
            <a:off x="12002832" y="8681914"/>
            <a:ext cx="3957484" cy="3684161"/>
            <a:chOff x="12227119" y="7128307"/>
            <a:chExt cx="3957484" cy="3684161"/>
          </a:xfrm>
        </p:grpSpPr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3249F5C2-FCD4-BB4B-A869-6B8E353308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530" t="19788" r="50922" b="22603"/>
            <a:stretch/>
          </p:blipFill>
          <p:spPr>
            <a:xfrm>
              <a:off x="12247665" y="7128307"/>
              <a:ext cx="3916392" cy="2926513"/>
            </a:xfrm>
            <a:prstGeom prst="rect">
              <a:avLst/>
            </a:prstGeom>
          </p:spPr>
        </p:pic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BE63357-7106-1D48-894E-4ABC51E9FC66}"/>
                </a:ext>
              </a:extLst>
            </p:cNvPr>
            <p:cNvSpPr txBox="1"/>
            <p:nvPr/>
          </p:nvSpPr>
          <p:spPr>
            <a:xfrm>
              <a:off x="12227119" y="10227693"/>
              <a:ext cx="39574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/>
                <a:t>仙台高専の</a:t>
              </a:r>
              <a:r>
                <a:rPr lang="ja-JP" altLang="en-US" sz="3200"/>
                <a:t>校章</a:t>
              </a:r>
              <a:endParaRPr kumimoji="1" lang="ja-JP" altLang="en-US" sz="3200"/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3617A789-8071-7548-8424-BEC135DA2261}"/>
              </a:ext>
            </a:extLst>
          </p:cNvPr>
          <p:cNvGrpSpPr/>
          <p:nvPr/>
        </p:nvGrpSpPr>
        <p:grpSpPr>
          <a:xfrm>
            <a:off x="617232" y="3440083"/>
            <a:ext cx="539448" cy="487368"/>
            <a:chOff x="400056" y="1061560"/>
            <a:chExt cx="269724" cy="243684"/>
          </a:xfrm>
        </p:grpSpPr>
        <p:sp>
          <p:nvSpPr>
            <p:cNvPr id="57" name="三角形 56">
              <a:extLst>
                <a:ext uri="{FF2B5EF4-FFF2-40B4-BE49-F238E27FC236}">
                  <a16:creationId xmlns:a16="http://schemas.microsoft.com/office/drawing/2014/main" id="{82E298DC-890F-C644-84CD-8E673BE24F32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58" name="三角形 57">
              <a:extLst>
                <a:ext uri="{FF2B5EF4-FFF2-40B4-BE49-F238E27FC236}">
                  <a16:creationId xmlns:a16="http://schemas.microsoft.com/office/drawing/2014/main" id="{B5CEFE46-43FE-0340-8823-865EE6742FD3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59" name="テキスト プレースホルダー 27">
            <a:extLst>
              <a:ext uri="{FF2B5EF4-FFF2-40B4-BE49-F238E27FC236}">
                <a16:creationId xmlns:a16="http://schemas.microsoft.com/office/drawing/2014/main" id="{376D1B0C-9D2D-CC42-B0B7-46FA4A85C84A}"/>
              </a:ext>
            </a:extLst>
          </p:cNvPr>
          <p:cNvSpPr txBox="1">
            <a:spLocks/>
          </p:cNvSpPr>
          <p:nvPr/>
        </p:nvSpPr>
        <p:spPr>
          <a:xfrm>
            <a:off x="1142976" y="3367458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情報系・機械系など合わせて</a:t>
            </a:r>
            <a:r>
              <a:rPr lang="en-US" altLang="ja-JP" dirty="0"/>
              <a:t>7</a:t>
            </a:r>
            <a:r>
              <a:rPr lang="ja-JP" altLang="en-US"/>
              <a:t>学科</a:t>
            </a: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6E63649B-3465-A54F-A0DB-6A00357FB316}"/>
              </a:ext>
            </a:extLst>
          </p:cNvPr>
          <p:cNvGrpSpPr/>
          <p:nvPr/>
        </p:nvGrpSpPr>
        <p:grpSpPr>
          <a:xfrm>
            <a:off x="289330" y="4654123"/>
            <a:ext cx="2160000" cy="934436"/>
            <a:chOff x="144665" y="525617"/>
            <a:chExt cx="1080000" cy="467218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570D8005-C724-9A42-BFE5-4E0E4A5CECA6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028CA3BF-A236-DA42-B5DA-79BBAB5CCA1A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979EFFDE-39B4-A14A-8B78-C4A9A1068F95}"/>
              </a:ext>
            </a:extLst>
          </p:cNvPr>
          <p:cNvGrpSpPr/>
          <p:nvPr/>
        </p:nvGrpSpPr>
        <p:grpSpPr>
          <a:xfrm>
            <a:off x="617232" y="5798183"/>
            <a:ext cx="539448" cy="487368"/>
            <a:chOff x="400056" y="1061560"/>
            <a:chExt cx="269724" cy="243684"/>
          </a:xfrm>
        </p:grpSpPr>
        <p:sp>
          <p:nvSpPr>
            <p:cNvPr id="64" name="三角形 63">
              <a:extLst>
                <a:ext uri="{FF2B5EF4-FFF2-40B4-BE49-F238E27FC236}">
                  <a16:creationId xmlns:a16="http://schemas.microsoft.com/office/drawing/2014/main" id="{0E6E228D-0977-4C4B-B350-DDAEF880F61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A8AC8D03-7FB0-EE4D-8E66-998CA6F659A4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66" name="テキスト プレースホルダー 27">
            <a:extLst>
              <a:ext uri="{FF2B5EF4-FFF2-40B4-BE49-F238E27FC236}">
                <a16:creationId xmlns:a16="http://schemas.microsoft.com/office/drawing/2014/main" id="{EDBBAF54-5805-F64C-BACD-C1B8C14C946B}"/>
              </a:ext>
            </a:extLst>
          </p:cNvPr>
          <p:cNvSpPr txBox="1">
            <a:spLocks/>
          </p:cNvSpPr>
          <p:nvPr/>
        </p:nvSpPr>
        <p:spPr>
          <a:xfrm>
            <a:off x="1142976" y="5725558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科学の甲子園</a:t>
            </a:r>
            <a:r>
              <a:rPr lang="en-US" altLang="ja-JP" dirty="0"/>
              <a:t>(</a:t>
            </a:r>
            <a:r>
              <a:rPr lang="ja-JP" altLang="en-US">
                <a:solidFill>
                  <a:schemeClr val="accent2"/>
                </a:solidFill>
              </a:rPr>
              <a:t>強制イベント</a:t>
            </a:r>
            <a:r>
              <a:rPr lang="en-US" altLang="ja-JP" dirty="0"/>
              <a:t>)</a:t>
            </a:r>
            <a:endParaRPr lang="ja-JP" altLang="en-US"/>
          </a:p>
        </p:txBody>
      </p:sp>
      <p:sp>
        <p:nvSpPr>
          <p:cNvPr id="67" name="テキスト プレースホルダー 30">
            <a:extLst>
              <a:ext uri="{FF2B5EF4-FFF2-40B4-BE49-F238E27FC236}">
                <a16:creationId xmlns:a16="http://schemas.microsoft.com/office/drawing/2014/main" id="{CD2C511E-1D3C-A44B-8643-56F081D61A18}"/>
              </a:ext>
            </a:extLst>
          </p:cNvPr>
          <p:cNvSpPr txBox="1">
            <a:spLocks/>
          </p:cNvSpPr>
          <p:nvPr/>
        </p:nvSpPr>
        <p:spPr>
          <a:xfrm>
            <a:off x="571049" y="4824696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高専での主なイベント</a:t>
            </a:r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E65AE856-0F1B-F24F-89A6-A6CC2E958FF4}"/>
              </a:ext>
            </a:extLst>
          </p:cNvPr>
          <p:cNvGrpSpPr/>
          <p:nvPr/>
        </p:nvGrpSpPr>
        <p:grpSpPr>
          <a:xfrm>
            <a:off x="617232" y="6691208"/>
            <a:ext cx="539448" cy="487368"/>
            <a:chOff x="400056" y="1061560"/>
            <a:chExt cx="269724" cy="243684"/>
          </a:xfrm>
        </p:grpSpPr>
        <p:sp>
          <p:nvSpPr>
            <p:cNvPr id="69" name="三角形 68">
              <a:extLst>
                <a:ext uri="{FF2B5EF4-FFF2-40B4-BE49-F238E27FC236}">
                  <a16:creationId xmlns:a16="http://schemas.microsoft.com/office/drawing/2014/main" id="{4D982001-48AF-0142-A42E-B6BB1BCD34B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70" name="三角形 69">
              <a:extLst>
                <a:ext uri="{FF2B5EF4-FFF2-40B4-BE49-F238E27FC236}">
                  <a16:creationId xmlns:a16="http://schemas.microsoft.com/office/drawing/2014/main" id="{D073A134-9869-3F4D-8827-C0B4512710DC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71" name="テキスト プレースホルダー 27">
            <a:extLst>
              <a:ext uri="{FF2B5EF4-FFF2-40B4-BE49-F238E27FC236}">
                <a16:creationId xmlns:a16="http://schemas.microsoft.com/office/drawing/2014/main" id="{A78237C5-BEFD-8D4B-88B7-93105CCD1BF7}"/>
              </a:ext>
            </a:extLst>
          </p:cNvPr>
          <p:cNvSpPr txBox="1">
            <a:spLocks/>
          </p:cNvSpPr>
          <p:nvPr/>
        </p:nvSpPr>
        <p:spPr>
          <a:xfrm>
            <a:off x="1142976" y="661858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研修旅行という名のお遊び</a:t>
            </a:r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C60CAA62-AA38-1046-8B71-ABA58A1CAE28}"/>
              </a:ext>
            </a:extLst>
          </p:cNvPr>
          <p:cNvGrpSpPr/>
          <p:nvPr/>
        </p:nvGrpSpPr>
        <p:grpSpPr>
          <a:xfrm>
            <a:off x="611188" y="8552709"/>
            <a:ext cx="539448" cy="487368"/>
            <a:chOff x="400056" y="1061560"/>
            <a:chExt cx="269724" cy="243684"/>
          </a:xfrm>
        </p:grpSpPr>
        <p:sp>
          <p:nvSpPr>
            <p:cNvPr id="73" name="三角形 72">
              <a:extLst>
                <a:ext uri="{FF2B5EF4-FFF2-40B4-BE49-F238E27FC236}">
                  <a16:creationId xmlns:a16="http://schemas.microsoft.com/office/drawing/2014/main" id="{FB46E729-8AED-F74F-A02F-32172C4058C6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74" name="三角形 73">
              <a:extLst>
                <a:ext uri="{FF2B5EF4-FFF2-40B4-BE49-F238E27FC236}">
                  <a16:creationId xmlns:a16="http://schemas.microsoft.com/office/drawing/2014/main" id="{18A3BB4A-193C-3048-97CB-C22A8B4B8864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75" name="テキスト プレースホルダー 27">
            <a:extLst>
              <a:ext uri="{FF2B5EF4-FFF2-40B4-BE49-F238E27FC236}">
                <a16:creationId xmlns:a16="http://schemas.microsoft.com/office/drawing/2014/main" id="{15EC240E-C136-4A47-95EB-AF5AFA0FD8A2}"/>
              </a:ext>
            </a:extLst>
          </p:cNvPr>
          <p:cNvSpPr txBox="1">
            <a:spLocks/>
          </p:cNvSpPr>
          <p:nvPr/>
        </p:nvSpPr>
        <p:spPr>
          <a:xfrm>
            <a:off x="1136932" y="8480084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修学旅行</a:t>
            </a:r>
            <a:r>
              <a:rPr lang="en-US" altLang="ja-JP" dirty="0"/>
              <a:t>(</a:t>
            </a:r>
            <a:r>
              <a:rPr lang="ja-JP" altLang="en-US"/>
              <a:t>兵庫・大阪</a:t>
            </a:r>
            <a:r>
              <a:rPr lang="en-US" altLang="ja-JP" dirty="0"/>
              <a:t>)</a:t>
            </a:r>
            <a:endParaRPr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9F463223-521B-5B48-92E5-A1B0B88D5150}"/>
              </a:ext>
            </a:extLst>
          </p:cNvPr>
          <p:cNvGrpSpPr/>
          <p:nvPr/>
        </p:nvGrpSpPr>
        <p:grpSpPr>
          <a:xfrm>
            <a:off x="611188" y="9514895"/>
            <a:ext cx="539448" cy="487368"/>
            <a:chOff x="400056" y="1061560"/>
            <a:chExt cx="269724" cy="243684"/>
          </a:xfrm>
        </p:grpSpPr>
        <p:sp>
          <p:nvSpPr>
            <p:cNvPr id="77" name="三角形 76">
              <a:extLst>
                <a:ext uri="{FF2B5EF4-FFF2-40B4-BE49-F238E27FC236}">
                  <a16:creationId xmlns:a16="http://schemas.microsoft.com/office/drawing/2014/main" id="{65680503-FCA0-3046-979F-A2D45C3595C1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78" name="三角形 77">
              <a:extLst>
                <a:ext uri="{FF2B5EF4-FFF2-40B4-BE49-F238E27FC236}">
                  <a16:creationId xmlns:a16="http://schemas.microsoft.com/office/drawing/2014/main" id="{69B8A58F-2348-9F45-9444-62CFB1AC543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79" name="テキスト プレースホルダー 27">
            <a:extLst>
              <a:ext uri="{FF2B5EF4-FFF2-40B4-BE49-F238E27FC236}">
                <a16:creationId xmlns:a16="http://schemas.microsoft.com/office/drawing/2014/main" id="{7FD1121B-B7F6-7D4C-B559-B4440716FCA3}"/>
              </a:ext>
            </a:extLst>
          </p:cNvPr>
          <p:cNvSpPr txBox="1">
            <a:spLocks/>
          </p:cNvSpPr>
          <p:nvPr/>
        </p:nvSpPr>
        <p:spPr>
          <a:xfrm>
            <a:off x="1136932" y="9442270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</a:t>
            </a:r>
            <a:r>
              <a:rPr lang="en-US" altLang="ja-JP" dirty="0"/>
              <a:t>(</a:t>
            </a:r>
            <a:r>
              <a:rPr lang="ja-JP" altLang="en-US"/>
              <a:t>高専</a:t>
            </a:r>
            <a:r>
              <a:rPr lang="en-US" altLang="ja-JP" dirty="0"/>
              <a:t>5</a:t>
            </a:r>
            <a:r>
              <a:rPr lang="ja-JP" altLang="en-US"/>
              <a:t>年の</a:t>
            </a:r>
            <a:r>
              <a:rPr lang="en-US" altLang="ja-JP" dirty="0"/>
              <a:t>11</a:t>
            </a:r>
            <a:r>
              <a:rPr lang="ja-JP" altLang="en-US"/>
              <a:t>月</a:t>
            </a:r>
            <a:r>
              <a:rPr lang="en-US" altLang="ja-JP" dirty="0"/>
              <a:t>〜2</a:t>
            </a:r>
            <a:r>
              <a:rPr lang="ja-JP" altLang="en-US"/>
              <a:t>月</a:t>
            </a:r>
            <a:r>
              <a:rPr lang="en-US" altLang="ja-JP" dirty="0"/>
              <a:t>)</a:t>
            </a:r>
            <a:endParaRPr lang="ja-JP" altLang="en-US"/>
          </a:p>
        </p:txBody>
      </p:sp>
      <p:sp>
        <p:nvSpPr>
          <p:cNvPr id="80" name="三角形 79">
            <a:extLst>
              <a:ext uri="{FF2B5EF4-FFF2-40B4-BE49-F238E27FC236}">
                <a16:creationId xmlns:a16="http://schemas.microsoft.com/office/drawing/2014/main" id="{36CBD5CF-69F0-A140-B390-CDFA08A8F16C}"/>
              </a:ext>
            </a:extLst>
          </p:cNvPr>
          <p:cNvSpPr/>
          <p:nvPr/>
        </p:nvSpPr>
        <p:spPr>
          <a:xfrm rot="5400000">
            <a:off x="1070194" y="10332462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81" name="テキスト プレースホルダー 29">
            <a:extLst>
              <a:ext uri="{FF2B5EF4-FFF2-40B4-BE49-F238E27FC236}">
                <a16:creationId xmlns:a16="http://schemas.microsoft.com/office/drawing/2014/main" id="{EE5BDC42-4444-8949-B607-5162F5FE016C}"/>
              </a:ext>
            </a:extLst>
          </p:cNvPr>
          <p:cNvSpPr txBox="1">
            <a:spLocks/>
          </p:cNvSpPr>
          <p:nvPr/>
        </p:nvSpPr>
        <p:spPr>
          <a:xfrm>
            <a:off x="1451046" y="10217188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ウェアラブル端末を用いた行動解析</a:t>
            </a:r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9C80F440-B145-B141-9234-CA84BD9E611E}"/>
              </a:ext>
            </a:extLst>
          </p:cNvPr>
          <p:cNvGrpSpPr/>
          <p:nvPr/>
        </p:nvGrpSpPr>
        <p:grpSpPr>
          <a:xfrm>
            <a:off x="611188" y="11047143"/>
            <a:ext cx="539448" cy="487368"/>
            <a:chOff x="400056" y="1061560"/>
            <a:chExt cx="269724" cy="243684"/>
          </a:xfrm>
        </p:grpSpPr>
        <p:sp>
          <p:nvSpPr>
            <p:cNvPr id="83" name="三角形 82">
              <a:extLst>
                <a:ext uri="{FF2B5EF4-FFF2-40B4-BE49-F238E27FC236}">
                  <a16:creationId xmlns:a16="http://schemas.microsoft.com/office/drawing/2014/main" id="{33AF259D-FE28-3442-AE9E-282A57AF12CB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84" name="三角形 83">
              <a:extLst>
                <a:ext uri="{FF2B5EF4-FFF2-40B4-BE49-F238E27FC236}">
                  <a16:creationId xmlns:a16="http://schemas.microsoft.com/office/drawing/2014/main" id="{B2DF7576-A537-9B4F-A79A-5B1DA2D87E8E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85" name="テキスト プレースホルダー 27">
            <a:extLst>
              <a:ext uri="{FF2B5EF4-FFF2-40B4-BE49-F238E27FC236}">
                <a16:creationId xmlns:a16="http://schemas.microsoft.com/office/drawing/2014/main" id="{0F23A39F-624C-0F48-9974-BAFC7D638464}"/>
              </a:ext>
            </a:extLst>
          </p:cNvPr>
          <p:cNvSpPr txBox="1">
            <a:spLocks/>
          </p:cNvSpPr>
          <p:nvPr/>
        </p:nvSpPr>
        <p:spPr>
          <a:xfrm>
            <a:off x="1136932" y="10974518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高専シンポジウム</a:t>
            </a:r>
            <a:r>
              <a:rPr lang="en-US" altLang="ja-JP" dirty="0"/>
              <a:t>(</a:t>
            </a:r>
            <a:r>
              <a:rPr lang="ja-JP" altLang="en-US">
                <a:solidFill>
                  <a:schemeClr val="accent2"/>
                </a:solidFill>
              </a:rPr>
              <a:t>強制イベント</a:t>
            </a:r>
            <a:r>
              <a:rPr lang="en-US" altLang="ja-JP" dirty="0"/>
              <a:t>)</a:t>
            </a:r>
            <a:endParaRPr lang="ja-JP" altLang="en-US"/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599FB129-AFCF-9D41-84B2-294D359873A4}"/>
              </a:ext>
            </a:extLst>
          </p:cNvPr>
          <p:cNvGrpSpPr/>
          <p:nvPr/>
        </p:nvGrpSpPr>
        <p:grpSpPr>
          <a:xfrm>
            <a:off x="611188" y="11940463"/>
            <a:ext cx="539448" cy="487368"/>
            <a:chOff x="400056" y="1061560"/>
            <a:chExt cx="269724" cy="243684"/>
          </a:xfrm>
        </p:grpSpPr>
        <p:sp>
          <p:nvSpPr>
            <p:cNvPr id="87" name="三角形 86">
              <a:extLst>
                <a:ext uri="{FF2B5EF4-FFF2-40B4-BE49-F238E27FC236}">
                  <a16:creationId xmlns:a16="http://schemas.microsoft.com/office/drawing/2014/main" id="{541F7110-A579-FE42-9352-08B30A7762EC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88" name="三角形 87">
              <a:extLst>
                <a:ext uri="{FF2B5EF4-FFF2-40B4-BE49-F238E27FC236}">
                  <a16:creationId xmlns:a16="http://schemas.microsoft.com/office/drawing/2014/main" id="{15D136DF-084F-B94C-9CD0-E682B4BAD576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89" name="テキスト プレースホルダー 27">
            <a:extLst>
              <a:ext uri="{FF2B5EF4-FFF2-40B4-BE49-F238E27FC236}">
                <a16:creationId xmlns:a16="http://schemas.microsoft.com/office/drawing/2014/main" id="{1967AF04-4A33-A944-9862-C3724BA7E1CB}"/>
              </a:ext>
            </a:extLst>
          </p:cNvPr>
          <p:cNvSpPr txBox="1">
            <a:spLocks/>
          </p:cNvSpPr>
          <p:nvPr/>
        </p:nvSpPr>
        <p:spPr>
          <a:xfrm>
            <a:off x="1136932" y="11867838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謝恩会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424120FC-EE7B-3042-A1EA-9221CD52FB38}"/>
              </a:ext>
            </a:extLst>
          </p:cNvPr>
          <p:cNvGrpSpPr/>
          <p:nvPr/>
        </p:nvGrpSpPr>
        <p:grpSpPr>
          <a:xfrm>
            <a:off x="617232" y="7586628"/>
            <a:ext cx="539448" cy="487368"/>
            <a:chOff x="400056" y="1061560"/>
            <a:chExt cx="269724" cy="243684"/>
          </a:xfrm>
        </p:grpSpPr>
        <p:sp>
          <p:nvSpPr>
            <p:cNvPr id="91" name="三角形 90">
              <a:extLst>
                <a:ext uri="{FF2B5EF4-FFF2-40B4-BE49-F238E27FC236}">
                  <a16:creationId xmlns:a16="http://schemas.microsoft.com/office/drawing/2014/main" id="{C2079623-C41D-6440-83DD-1DCE6FC145BB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92" name="三角形 91">
              <a:extLst>
                <a:ext uri="{FF2B5EF4-FFF2-40B4-BE49-F238E27FC236}">
                  <a16:creationId xmlns:a16="http://schemas.microsoft.com/office/drawing/2014/main" id="{E985C515-2663-B147-9E89-91522F7EB13E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93" name="テキスト プレースホルダー 27">
            <a:extLst>
              <a:ext uri="{FF2B5EF4-FFF2-40B4-BE49-F238E27FC236}">
                <a16:creationId xmlns:a16="http://schemas.microsoft.com/office/drawing/2014/main" id="{3FE711B6-4C18-9B4A-9173-E474D848DA48}"/>
              </a:ext>
            </a:extLst>
          </p:cNvPr>
          <p:cNvSpPr txBox="1">
            <a:spLocks/>
          </p:cNvSpPr>
          <p:nvPr/>
        </p:nvSpPr>
        <p:spPr>
          <a:xfrm>
            <a:off x="1142976" y="751400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高専祭で女装</a:t>
            </a:r>
            <a:r>
              <a:rPr lang="en-US" altLang="ja-JP" dirty="0"/>
              <a:t>(</a:t>
            </a:r>
            <a:r>
              <a:rPr lang="ja-JP" altLang="en-US">
                <a:solidFill>
                  <a:schemeClr val="accent2"/>
                </a:solidFill>
              </a:rPr>
              <a:t>強制イベント</a:t>
            </a:r>
            <a:r>
              <a:rPr lang="en-US" altLang="ja-JP" dirty="0"/>
              <a:t>)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6222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B87F-D452-BB41-AEC0-A2030D7E0E82}" type="datetime1">
              <a:rPr lang="ja-JP" altLang="en-US" smtClean="0"/>
              <a:t>2018/5/1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(2018.05.02)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進捗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EA6B215F-31BB-2149-A0A7-1D285EB5B2EC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CAE964ED-4066-4A47-8478-441379B7FE7E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F720E551-B6EA-3A41-8672-D0E764E3E1E2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97" name="テキスト プレースホルダー 30">
            <a:extLst>
              <a:ext uri="{FF2B5EF4-FFF2-40B4-BE49-F238E27FC236}">
                <a16:creationId xmlns:a16="http://schemas.microsoft.com/office/drawing/2014/main" id="{6796D347-3FFE-BA49-B5F9-0DD6B1583104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研究分野</a:t>
            </a:r>
          </a:p>
        </p:txBody>
      </p: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78CFC8B3-2874-E04C-B95F-9A14733BEF55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99" name="三角形 98">
              <a:extLst>
                <a:ext uri="{FF2B5EF4-FFF2-40B4-BE49-F238E27FC236}">
                  <a16:creationId xmlns:a16="http://schemas.microsoft.com/office/drawing/2014/main" id="{AB12BEB5-21E9-E348-AD02-241189DA8EA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00" name="三角形 99">
              <a:extLst>
                <a:ext uri="{FF2B5EF4-FFF2-40B4-BE49-F238E27FC236}">
                  <a16:creationId xmlns:a16="http://schemas.microsoft.com/office/drawing/2014/main" id="{77708689-C4E7-094D-84D3-D45857C0AD8C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01" name="テキスト プレースホルダー 27">
            <a:extLst>
              <a:ext uri="{FF2B5EF4-FFF2-40B4-BE49-F238E27FC236}">
                <a16:creationId xmlns:a16="http://schemas.microsoft.com/office/drawing/2014/main" id="{0942E863-6F76-5E44-A8F1-EFA8D6FC4CD9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エージェントと人間の自動交渉</a:t>
            </a:r>
            <a:r>
              <a:rPr lang="en-US" altLang="ja-JP" dirty="0"/>
              <a:t>(?)</a:t>
            </a:r>
            <a:endParaRPr lang="ja-JP" altLang="en-US"/>
          </a:p>
        </p:txBody>
      </p: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C890A28C-14A9-5E4A-807B-AC56BD5930C3}"/>
              </a:ext>
            </a:extLst>
          </p:cNvPr>
          <p:cNvGrpSpPr/>
          <p:nvPr/>
        </p:nvGrpSpPr>
        <p:grpSpPr>
          <a:xfrm>
            <a:off x="286453" y="3791335"/>
            <a:ext cx="2160000" cy="934436"/>
            <a:chOff x="144665" y="525617"/>
            <a:chExt cx="1080000" cy="467218"/>
          </a:xfrm>
        </p:grpSpPr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225B3D70-EB86-3649-92D7-EA0968FDCAF2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D41552EF-4036-9B44-9622-6AC729913571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7298E1BA-5D79-3047-B753-64DB1EF891F2}"/>
              </a:ext>
            </a:extLst>
          </p:cNvPr>
          <p:cNvGrpSpPr/>
          <p:nvPr/>
        </p:nvGrpSpPr>
        <p:grpSpPr>
          <a:xfrm>
            <a:off x="614355" y="4935395"/>
            <a:ext cx="539448" cy="487368"/>
            <a:chOff x="400056" y="1061560"/>
            <a:chExt cx="269724" cy="243684"/>
          </a:xfrm>
        </p:grpSpPr>
        <p:sp>
          <p:nvSpPr>
            <p:cNvPr id="106" name="三角形 105">
              <a:extLst>
                <a:ext uri="{FF2B5EF4-FFF2-40B4-BE49-F238E27FC236}">
                  <a16:creationId xmlns:a16="http://schemas.microsoft.com/office/drawing/2014/main" id="{F13972D7-3166-5F44-A3F4-41A46314B37B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07" name="三角形 106">
              <a:extLst>
                <a:ext uri="{FF2B5EF4-FFF2-40B4-BE49-F238E27FC236}">
                  <a16:creationId xmlns:a16="http://schemas.microsoft.com/office/drawing/2014/main" id="{249EB77F-B068-8D49-984A-F75BBFE65EA5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08" name="テキスト プレースホルダー 27">
            <a:extLst>
              <a:ext uri="{FF2B5EF4-FFF2-40B4-BE49-F238E27FC236}">
                <a16:creationId xmlns:a16="http://schemas.microsoft.com/office/drawing/2014/main" id="{1E116EA8-E3EA-164C-839F-DBB2690578ED}"/>
              </a:ext>
            </a:extLst>
          </p:cNvPr>
          <p:cNvSpPr txBox="1">
            <a:spLocks/>
          </p:cNvSpPr>
          <p:nvPr/>
        </p:nvSpPr>
        <p:spPr>
          <a:xfrm>
            <a:off x="1140098" y="4862770"/>
            <a:ext cx="17180563" cy="16933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dirty="0"/>
              <a:t>The Effect of Expression of Anger and Happiness in Computer Agents on Negotiations with Humans </a:t>
            </a:r>
          </a:p>
          <a:p>
            <a:endParaRPr lang="ja-JP" altLang="en-US"/>
          </a:p>
        </p:txBody>
      </p:sp>
      <p:sp>
        <p:nvSpPr>
          <p:cNvPr id="109" name="テキスト プレースホルダー 30">
            <a:extLst>
              <a:ext uri="{FF2B5EF4-FFF2-40B4-BE49-F238E27FC236}">
                <a16:creationId xmlns:a16="http://schemas.microsoft.com/office/drawing/2014/main" id="{FAE562EA-06BB-544A-A6FF-31545115ECCA}"/>
              </a:ext>
            </a:extLst>
          </p:cNvPr>
          <p:cNvSpPr txBox="1">
            <a:spLocks/>
          </p:cNvSpPr>
          <p:nvPr/>
        </p:nvSpPr>
        <p:spPr>
          <a:xfrm>
            <a:off x="568172" y="3961908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文献講読</a:t>
            </a:r>
          </a:p>
        </p:txBody>
      </p: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276E437A-3746-BF40-AE25-0E30BEA9807B}"/>
              </a:ext>
            </a:extLst>
          </p:cNvPr>
          <p:cNvGrpSpPr/>
          <p:nvPr/>
        </p:nvGrpSpPr>
        <p:grpSpPr>
          <a:xfrm>
            <a:off x="595931" y="6487090"/>
            <a:ext cx="539448" cy="487368"/>
            <a:chOff x="400056" y="1061560"/>
            <a:chExt cx="269724" cy="243684"/>
          </a:xfrm>
        </p:grpSpPr>
        <p:sp>
          <p:nvSpPr>
            <p:cNvPr id="111" name="三角形 110">
              <a:extLst>
                <a:ext uri="{FF2B5EF4-FFF2-40B4-BE49-F238E27FC236}">
                  <a16:creationId xmlns:a16="http://schemas.microsoft.com/office/drawing/2014/main" id="{AC154E6F-98FA-1C4B-B94E-2C392DCC2CC7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12" name="三角形 111">
              <a:extLst>
                <a:ext uri="{FF2B5EF4-FFF2-40B4-BE49-F238E27FC236}">
                  <a16:creationId xmlns:a16="http://schemas.microsoft.com/office/drawing/2014/main" id="{D3B63AD2-2072-874E-8BB4-F5E921FDBE3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13" name="テキスト プレースホルダー 27">
            <a:extLst>
              <a:ext uri="{FF2B5EF4-FFF2-40B4-BE49-F238E27FC236}">
                <a16:creationId xmlns:a16="http://schemas.microsoft.com/office/drawing/2014/main" id="{D4537222-7466-C149-8E2F-198CFE4A8385}"/>
              </a:ext>
            </a:extLst>
          </p:cNvPr>
          <p:cNvSpPr txBox="1">
            <a:spLocks/>
          </p:cNvSpPr>
          <p:nvPr/>
        </p:nvSpPr>
        <p:spPr>
          <a:xfrm>
            <a:off x="1121675" y="6414465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とりあえず一通り読み終わった</a:t>
            </a:r>
          </a:p>
        </p:txBody>
      </p:sp>
      <p:grpSp>
        <p:nvGrpSpPr>
          <p:cNvPr id="114" name="グループ化 113">
            <a:extLst>
              <a:ext uri="{FF2B5EF4-FFF2-40B4-BE49-F238E27FC236}">
                <a16:creationId xmlns:a16="http://schemas.microsoft.com/office/drawing/2014/main" id="{5C98046B-B972-A84F-BBC5-B0EB097DFE99}"/>
              </a:ext>
            </a:extLst>
          </p:cNvPr>
          <p:cNvGrpSpPr/>
          <p:nvPr/>
        </p:nvGrpSpPr>
        <p:grpSpPr>
          <a:xfrm>
            <a:off x="628059" y="7384523"/>
            <a:ext cx="539448" cy="487368"/>
            <a:chOff x="400056" y="1061560"/>
            <a:chExt cx="269724" cy="243684"/>
          </a:xfrm>
        </p:grpSpPr>
        <p:sp>
          <p:nvSpPr>
            <p:cNvPr id="115" name="三角形 114">
              <a:extLst>
                <a:ext uri="{FF2B5EF4-FFF2-40B4-BE49-F238E27FC236}">
                  <a16:creationId xmlns:a16="http://schemas.microsoft.com/office/drawing/2014/main" id="{91FA5514-581B-D945-A304-59AB4A0D9A90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16" name="三角形 115">
              <a:extLst>
                <a:ext uri="{FF2B5EF4-FFF2-40B4-BE49-F238E27FC236}">
                  <a16:creationId xmlns:a16="http://schemas.microsoft.com/office/drawing/2014/main" id="{C5D1D85B-E02C-A543-BBEB-E1168128A962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17" name="テキスト プレースホルダー 27">
            <a:extLst>
              <a:ext uri="{FF2B5EF4-FFF2-40B4-BE49-F238E27FC236}">
                <a16:creationId xmlns:a16="http://schemas.microsoft.com/office/drawing/2014/main" id="{F19EE677-DDFB-414B-AF4D-825672F228E9}"/>
              </a:ext>
            </a:extLst>
          </p:cNvPr>
          <p:cNvSpPr txBox="1">
            <a:spLocks/>
          </p:cNvSpPr>
          <p:nvPr/>
        </p:nvSpPr>
        <p:spPr>
          <a:xfrm>
            <a:off x="1153803" y="7311898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内容の理解を深めつつ発表用のスライドを作成中</a:t>
            </a:r>
          </a:p>
        </p:txBody>
      </p:sp>
    </p:spTree>
    <p:extLst>
      <p:ext uri="{BB962C8B-B14F-4D97-AF65-F5344CB8AC3E}">
        <p14:creationId xmlns:p14="http://schemas.microsoft.com/office/powerpoint/2010/main" val="3126109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F43D92D-1E68-EF4A-8153-4DC9B21D77FE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34D3398-9322-F748-B364-CA3F60D9B540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DD43C602-551C-5746-BC9B-C19E492EADDB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2F3500-005E-9541-81E5-8F781456C6E9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41" name="三角形 40">
              <a:extLst>
                <a:ext uri="{FF2B5EF4-FFF2-40B4-BE49-F238E27FC236}">
                  <a16:creationId xmlns:a16="http://schemas.microsoft.com/office/drawing/2014/main" id="{D29DEB6E-A193-0546-B684-3CB43FF9DF41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2" name="三角形 41">
              <a:extLst>
                <a:ext uri="{FF2B5EF4-FFF2-40B4-BE49-F238E27FC236}">
                  <a16:creationId xmlns:a16="http://schemas.microsoft.com/office/drawing/2014/main" id="{2CEA62FD-E89F-5B40-B5BD-22C36179584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3" name="三角形 42">
            <a:extLst>
              <a:ext uri="{FF2B5EF4-FFF2-40B4-BE49-F238E27FC236}">
                <a16:creationId xmlns:a16="http://schemas.microsoft.com/office/drawing/2014/main" id="{F0E65632-B875-9644-B7BD-5AC77419A68E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4" name="テキスト プレースホルダー 27">
            <a:extLst>
              <a:ext uri="{FF2B5EF4-FFF2-40B4-BE49-F238E27FC236}">
                <a16:creationId xmlns:a16="http://schemas.microsoft.com/office/drawing/2014/main" id="{3ED0938B-63CA-DD4A-9751-C64A1DA1B53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2</a:t>
            </a:r>
            <a:endParaRPr lang="ja-JP" altLang="en-US"/>
          </a:p>
        </p:txBody>
      </p:sp>
      <p:sp>
        <p:nvSpPr>
          <p:cNvPr id="45" name="テキスト プレースホルダー 29">
            <a:extLst>
              <a:ext uri="{FF2B5EF4-FFF2-40B4-BE49-F238E27FC236}">
                <a16:creationId xmlns:a16="http://schemas.microsoft.com/office/drawing/2014/main" id="{090E7D85-8568-4F42-952D-8AE547A43A32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3</a:t>
            </a:r>
            <a:endParaRPr lang="ja-JP" altLang="en-US"/>
          </a:p>
        </p:txBody>
      </p:sp>
      <p:sp>
        <p:nvSpPr>
          <p:cNvPr id="46" name="テキスト プレースホルダー 30">
            <a:extLst>
              <a:ext uri="{FF2B5EF4-FFF2-40B4-BE49-F238E27FC236}">
                <a16:creationId xmlns:a16="http://schemas.microsoft.com/office/drawing/2014/main" id="{8C754852-53DA-F34B-BF94-C8A63863454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1</a:t>
            </a:r>
            <a:endParaRPr lang="ja-JP" altLang="en-US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D3A15E-A677-F84A-B56A-F1630E9B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6451-59F0-614B-9158-B53315193970}" type="datetime1">
              <a:rPr kumimoji="1" lang="ja-JP" altLang="en-US" smtClean="0"/>
              <a:t>2018/5/1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EDDA3E-6952-3D45-BAF8-A47CDA73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(2018.05.02)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ADF68C-23B3-A842-BED8-1B721DFC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33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エメラルドグリーンメイン">
      <a:dk1>
        <a:srgbClr val="333333"/>
      </a:dk1>
      <a:lt1>
        <a:srgbClr val="FFFFFF"/>
      </a:lt1>
      <a:dk2>
        <a:srgbClr val="153430"/>
      </a:dk2>
      <a:lt2>
        <a:srgbClr val="EEEEEE"/>
      </a:lt2>
      <a:accent1>
        <a:srgbClr val="4DBDB0"/>
      </a:accent1>
      <a:accent2>
        <a:srgbClr val="CE4457"/>
      </a:accent2>
      <a:accent3>
        <a:srgbClr val="4197B8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869</TotalTime>
  <Words>240</Words>
  <Application>Microsoft Macintosh PowerPoint</Application>
  <PresentationFormat>ユーザー設定</PresentationFormat>
  <Paragraphs>56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メイリオ</vt:lpstr>
      <vt:lpstr>游ゴシック</vt:lpstr>
      <vt:lpstr>Arial</vt:lpstr>
      <vt:lpstr>Calibri</vt:lpstr>
      <vt:lpstr>Office テーマ</vt:lpstr>
      <vt:lpstr>進捗報告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Shogo MATSUSHITA</dc:creator>
  <cp:lastModifiedBy>Shogo MATSUSHITA</cp:lastModifiedBy>
  <cp:revision>43</cp:revision>
  <cp:lastPrinted>2018-04-18T08:51:19Z</cp:lastPrinted>
  <dcterms:created xsi:type="dcterms:W3CDTF">2018-04-18T07:57:09Z</dcterms:created>
  <dcterms:modified xsi:type="dcterms:W3CDTF">2018-05-01T08:55:55Z</dcterms:modified>
</cp:coreProperties>
</file>