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6"/>
  </p:notesMasterIdLst>
  <p:sldIdLst>
    <p:sldId id="256" r:id="rId2"/>
    <p:sldId id="268" r:id="rId3"/>
    <p:sldId id="269" r:id="rId4"/>
    <p:sldId id="267" r:id="rId5"/>
  </p:sldIdLst>
  <p:sldSz cx="18288000" cy="13716000"/>
  <p:notesSz cx="6858000" cy="9144000"/>
  <p:defaultTextStyle>
    <a:defPPr>
      <a:defRPr lang="ja-JP"/>
    </a:defPPr>
    <a:lvl1pPr marL="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6" userDrawn="1">
          <p15:clr>
            <a:srgbClr val="A4A3A4"/>
          </p15:clr>
        </p15:guide>
        <p15:guide id="2" pos="7189" userDrawn="1">
          <p15:clr>
            <a:srgbClr val="A4A3A4"/>
          </p15:clr>
        </p15:guide>
        <p15:guide id="3" pos="2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24242"/>
    <a:srgbClr val="F3F3F3"/>
    <a:srgbClr val="EDEDED"/>
    <a:srgbClr val="B1B1B1"/>
    <a:srgbClr val="EAEAEA"/>
    <a:srgbClr val="E0E0E0"/>
    <a:srgbClr val="F6F6F6"/>
    <a:srgbClr val="47BEB0"/>
    <a:srgbClr val="45B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580"/>
  </p:normalViewPr>
  <p:slideViewPr>
    <p:cSldViewPr snapToGrid="0" snapToObjects="1">
      <p:cViewPr varScale="1">
        <p:scale>
          <a:sx n="42" d="100"/>
          <a:sy n="42" d="100"/>
        </p:scale>
        <p:origin x="1240" y="432"/>
      </p:cViewPr>
      <p:guideLst>
        <p:guide orient="horz" pos="986"/>
        <p:guide pos="7189"/>
        <p:guide pos="2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360EB-EED5-E74A-9E1B-64442734BBCE}" type="datetimeFigureOut">
              <a:rPr kumimoji="1" lang="ja-JP" altLang="en-US" smtClean="0"/>
              <a:t>2018/4/25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4AD5B-25DE-AE41-9ACA-EFDE3C4BB9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5236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DB48260-19DA-2240-B1D7-219E5D21CDB1}"/>
              </a:ext>
            </a:extLst>
          </p:cNvPr>
          <p:cNvSpPr/>
          <p:nvPr userDrawn="1"/>
        </p:nvSpPr>
        <p:spPr>
          <a:xfrm>
            <a:off x="8984" y="3505120"/>
            <a:ext cx="18288000" cy="671094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7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4726"/>
            <a:ext cx="15544800" cy="4775200"/>
          </a:xfrm>
        </p:spPr>
        <p:txBody>
          <a:bodyPr anchor="b"/>
          <a:lstStyle>
            <a:lvl1pPr algn="ctr">
              <a:defRPr sz="1200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7204076"/>
            <a:ext cx="13716000" cy="3311524"/>
          </a:xfrm>
        </p:spPr>
        <p:txBody>
          <a:bodyPr/>
          <a:lstStyle>
            <a:lvl1pPr marL="0" indent="0" algn="ctr">
              <a:buNone/>
              <a:defRPr sz="4800">
                <a:solidFill>
                  <a:schemeClr val="bg2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0D4-FB1F-5045-A5FB-D67CE7237500}" type="datetime1">
              <a:rPr lang="ja-JP" altLang="en-US" smtClean="0"/>
              <a:t>2018/4/25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勉強会</a:t>
            </a:r>
            <a:r>
              <a:rPr lang="en-US" altLang="ja-JP"/>
              <a:t>(2018.04.25)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121093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8266" userDrawn="1">
          <p15:clr>
            <a:srgbClr val="FBAE40"/>
          </p15:clr>
        </p15:guide>
        <p15:guide id="2" pos="381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1EFF-9CD6-1F43-924F-42968ABFDA99}" type="datetime1">
              <a:rPr lang="ja-JP" altLang="en-US" smtClean="0"/>
              <a:t>2018/4/25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勉強会</a:t>
            </a:r>
            <a:r>
              <a:rPr lang="en-US" altLang="ja-JP"/>
              <a:t>(2018.04.25)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円弧 6">
            <a:extLst>
              <a:ext uri="{FF2B5EF4-FFF2-40B4-BE49-F238E27FC236}">
                <a16:creationId xmlns:a16="http://schemas.microsoft.com/office/drawing/2014/main" id="{CBF0D79E-DC97-7244-B970-BA67ACDF9F7B}"/>
              </a:ext>
            </a:extLst>
          </p:cNvPr>
          <p:cNvSpPr/>
          <p:nvPr userDrawn="1"/>
        </p:nvSpPr>
        <p:spPr>
          <a:xfrm rot="5400000">
            <a:off x="-1319547" y="-1502762"/>
            <a:ext cx="2628000" cy="2988000"/>
          </a:xfrm>
          <a:prstGeom prst="arc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4000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6ADBD5D3-E43E-EB4E-BFAF-EF2E8E6016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52615" y="-159024"/>
            <a:ext cx="6450012" cy="1420388"/>
          </a:xfrm>
        </p:spPr>
        <p:txBody>
          <a:bodyPr>
            <a:noAutofit/>
          </a:bodyPr>
          <a:lstStyle>
            <a:lvl1pPr marL="0" indent="0">
              <a:buNone/>
              <a:defRPr sz="105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en-US" altLang="ja-JP" dirty="0"/>
              <a:t>No.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D62626F9-B0B3-4E40-A3A6-2578E6811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5162" y="69062"/>
            <a:ext cx="13323887" cy="796352"/>
          </a:xfrm>
        </p:spPr>
        <p:txBody>
          <a:bodyPr>
            <a:noAutofit/>
          </a:bodyPr>
          <a:lstStyle>
            <a:lvl1pPr marL="0" indent="0">
              <a:buNone/>
              <a:defRPr sz="66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sp>
        <p:nvSpPr>
          <p:cNvPr id="44" name="円/楕円 43">
            <a:extLst>
              <a:ext uri="{FF2B5EF4-FFF2-40B4-BE49-F238E27FC236}">
                <a16:creationId xmlns:a16="http://schemas.microsoft.com/office/drawing/2014/main" id="{1EF83EC6-99EF-E94B-ADD7-5D20EA9BC096}"/>
              </a:ext>
            </a:extLst>
          </p:cNvPr>
          <p:cNvSpPr/>
          <p:nvPr userDrawn="1"/>
        </p:nvSpPr>
        <p:spPr>
          <a:xfrm>
            <a:off x="753228" y="866722"/>
            <a:ext cx="126000" cy="126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144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98A53-4B9C-AA47-9D23-C853407570D5}" type="datetime1">
              <a:rPr lang="ja-JP" altLang="en-US" smtClean="0"/>
              <a:t>2018/4/25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勉強会</a:t>
            </a:r>
            <a:r>
              <a:rPr lang="en-US" altLang="ja-JP"/>
              <a:t>(2018.04.25)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D62626F9-B0B3-4E40-A3A6-2578E6811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6578" y="69062"/>
            <a:ext cx="13323887" cy="796352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261953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ピー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73302-F0C9-0C40-8F44-0A0B19EA10DD}" type="datetime1">
              <a:rPr kumimoji="1" lang="ja-JP" altLang="en-US" smtClean="0"/>
              <a:t>2018/4/25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勉強会</a:t>
            </a:r>
            <a:r>
              <a:rPr kumimoji="1" lang="en-US" altLang="ja-JP"/>
              <a:t>(2018.04.25)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7C64DA23-46D9-984B-B610-6E67459B873E}"/>
              </a:ext>
            </a:extLst>
          </p:cNvPr>
          <p:cNvGrpSpPr/>
          <p:nvPr userDrawn="1"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D665C4E3-299D-DF48-8BFD-9D032E326C5F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036DCA53-79EE-E047-9C3D-D1D6BE4D29A3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2B75F477-C889-2943-A2CA-1622C8EA202B}"/>
              </a:ext>
            </a:extLst>
          </p:cNvPr>
          <p:cNvGrpSpPr/>
          <p:nvPr userDrawn="1"/>
        </p:nvGrpSpPr>
        <p:grpSpPr>
          <a:xfrm>
            <a:off x="617232" y="2555510"/>
            <a:ext cx="539448" cy="487368"/>
            <a:chOff x="400056" y="1061560"/>
            <a:chExt cx="269724" cy="243684"/>
          </a:xfrm>
        </p:grpSpPr>
        <p:sp>
          <p:nvSpPr>
            <p:cNvPr id="46" name="三角形 45">
              <a:extLst>
                <a:ext uri="{FF2B5EF4-FFF2-40B4-BE49-F238E27FC236}">
                  <a16:creationId xmlns:a16="http://schemas.microsoft.com/office/drawing/2014/main" id="{2A685D1C-1FAF-1B40-9357-32E276CD76E9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47" name="三角形 46">
              <a:extLst>
                <a:ext uri="{FF2B5EF4-FFF2-40B4-BE49-F238E27FC236}">
                  <a16:creationId xmlns:a16="http://schemas.microsoft.com/office/drawing/2014/main" id="{4B27A33D-C837-B14A-83D0-153BF1C23FD2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48" name="三角形 47">
            <a:extLst>
              <a:ext uri="{FF2B5EF4-FFF2-40B4-BE49-F238E27FC236}">
                <a16:creationId xmlns:a16="http://schemas.microsoft.com/office/drawing/2014/main" id="{BEA7B9D1-FCCE-824A-BFC7-6A498C977FD4}"/>
              </a:ext>
            </a:extLst>
          </p:cNvPr>
          <p:cNvSpPr/>
          <p:nvPr userDrawn="1"/>
        </p:nvSpPr>
        <p:spPr>
          <a:xfrm rot="5400000">
            <a:off x="1076238" y="3359928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49" name="テキスト プレースホルダー 27">
            <a:extLst>
              <a:ext uri="{FF2B5EF4-FFF2-40B4-BE49-F238E27FC236}">
                <a16:creationId xmlns:a16="http://schemas.microsoft.com/office/drawing/2014/main" id="{1BC1998B-2FF5-524F-8768-2B4D222F8E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46886" y="2484733"/>
            <a:ext cx="16632960" cy="997834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rgbClr val="424242"/>
                </a:solidFill>
              </a:defRPr>
            </a:lvl1pPr>
          </a:lstStyle>
          <a:p>
            <a:pPr lvl="0"/>
            <a:r>
              <a:rPr kumimoji="1" lang="ja-JP" altLang="en-US"/>
              <a:t>レベル</a:t>
            </a:r>
            <a:r>
              <a:rPr kumimoji="1" lang="en-US" altLang="ja-JP" dirty="0"/>
              <a:t>2</a:t>
            </a:r>
            <a:endParaRPr kumimoji="1" lang="ja-JP" altLang="en-US"/>
          </a:p>
        </p:txBody>
      </p:sp>
      <p:sp>
        <p:nvSpPr>
          <p:cNvPr id="50" name="テキスト プレースホルダー 29">
            <a:extLst>
              <a:ext uri="{FF2B5EF4-FFF2-40B4-BE49-F238E27FC236}">
                <a16:creationId xmlns:a16="http://schemas.microsoft.com/office/drawing/2014/main" id="{8BEB543B-9F21-374C-8C29-418CED1A87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61000" y="3246502"/>
            <a:ext cx="16135964" cy="853994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rgbClr val="424242"/>
                </a:solidFill>
              </a:defRPr>
            </a:lvl1pPr>
          </a:lstStyle>
          <a:p>
            <a:pPr lvl="0"/>
            <a:r>
              <a:rPr kumimoji="1" lang="ja-JP" altLang="en-US"/>
              <a:t>レベル</a:t>
            </a:r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51" name="テキスト プレースホルダー 30">
            <a:extLst>
              <a:ext uri="{FF2B5EF4-FFF2-40B4-BE49-F238E27FC236}">
                <a16:creationId xmlns:a16="http://schemas.microsoft.com/office/drawing/2014/main" id="{02304497-0A2B-5C45-97ED-E58D120C14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049" y="1583871"/>
            <a:ext cx="17302163" cy="1403350"/>
          </a:xfrm>
        </p:spPr>
        <p:txBody>
          <a:bodyPr>
            <a:normAutofit/>
          </a:bodyPr>
          <a:lstStyle>
            <a:lvl1pPr marL="0" indent="0">
              <a:buNone/>
              <a:defRPr sz="6000"/>
            </a:lvl1pPr>
          </a:lstStyle>
          <a:p>
            <a:pPr lvl="0"/>
            <a:r>
              <a:rPr kumimoji="1" lang="ja-JP" altLang="en-US"/>
              <a:t>レベル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8165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3651250"/>
            <a:ext cx="7772400" cy="87026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3651250"/>
            <a:ext cx="7772400" cy="87026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2A7C0-43C7-0143-82CF-0F72F2B314AE}" type="datetime1">
              <a:rPr kumimoji="1" lang="ja-JP" altLang="en-US" smtClean="0"/>
              <a:t>2018/4/25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勉強会</a:t>
            </a:r>
            <a:r>
              <a:rPr kumimoji="1" lang="en-US" altLang="ja-JP"/>
              <a:t>(2018.04.25)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858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730253"/>
            <a:ext cx="15773400" cy="265112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3362326"/>
            <a:ext cx="7736680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5010150"/>
            <a:ext cx="7736680" cy="73691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3362326"/>
            <a:ext cx="7774782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5010150"/>
            <a:ext cx="7774782" cy="73691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D2D3A-4ECA-A644-B18B-6F396ECDFE7A}" type="datetime1">
              <a:rPr kumimoji="1" lang="ja-JP" altLang="en-US" smtClean="0"/>
              <a:t>2018/4/25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勉強会</a:t>
            </a:r>
            <a:r>
              <a:rPr kumimoji="1" lang="en-US" altLang="ja-JP"/>
              <a:t>(2018.04.25)</a:t>
            </a:r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04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E3E55-496E-EB46-8AFE-50318DA0A9F7}" type="datetime1">
              <a:rPr kumimoji="1" lang="ja-JP" altLang="en-US" smtClean="0"/>
              <a:t>2018/4/25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勉強会</a:t>
            </a:r>
            <a:r>
              <a:rPr kumimoji="1" lang="en-US" altLang="ja-JP"/>
              <a:t>(2018.04.25)</a:t>
            </a:r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93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AA53-34CA-334B-9033-1B4A6AFAA9EF}" type="datetime1">
              <a:rPr kumimoji="1" lang="ja-JP" altLang="en-US" smtClean="0"/>
              <a:t>2018/4/25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勉強会</a:t>
            </a:r>
            <a:r>
              <a:rPr kumimoji="1" lang="en-US" altLang="ja-JP"/>
              <a:t>(2018.04.25)</a:t>
            </a:r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164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コンテンツ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974853"/>
            <a:ext cx="92583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B79E-36EB-D546-8C4C-A8DF60568454}" type="datetime1">
              <a:rPr kumimoji="1" lang="ja-JP" altLang="en-US" smtClean="0"/>
              <a:t>2018/4/25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勉強会</a:t>
            </a:r>
            <a:r>
              <a:rPr kumimoji="1" lang="en-US" altLang="ja-JP"/>
              <a:t>(2018.04.25)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97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図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974853"/>
            <a:ext cx="92583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5EC5-D658-824E-A88A-55BC96EF3183}" type="datetime1">
              <a:rPr kumimoji="1" lang="ja-JP" altLang="en-US" smtClean="0"/>
              <a:t>2018/4/25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勉強会</a:t>
            </a:r>
            <a:r>
              <a:rPr kumimoji="1" lang="en-US" altLang="ja-JP"/>
              <a:t>(2018.04.25)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558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D3768-C83C-C747-99B5-0034D3F5EC66}" type="datetime1">
              <a:rPr kumimoji="1" lang="ja-JP" altLang="en-US" smtClean="0"/>
              <a:t>2018/4/25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勉強会</a:t>
            </a:r>
            <a:r>
              <a:rPr kumimoji="1" lang="en-US" altLang="ja-JP"/>
              <a:t>(2018.04.25)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1211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730250"/>
            <a:ext cx="3943350" cy="1162367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730250"/>
            <a:ext cx="11601450" cy="1162367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E4593-9D32-064E-8D02-B80E86540EA1}" type="datetime1">
              <a:rPr kumimoji="1" lang="ja-JP" altLang="en-US" smtClean="0"/>
              <a:t>2018/4/25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勉強会</a:t>
            </a:r>
            <a:r>
              <a:rPr kumimoji="1" lang="en-US" altLang="ja-JP"/>
              <a:t>(2018.04.25)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425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3D2571E-41D4-D848-BB3B-72FBCA05A8F2}"/>
              </a:ext>
            </a:extLst>
          </p:cNvPr>
          <p:cNvSpPr/>
          <p:nvPr userDrawn="1"/>
        </p:nvSpPr>
        <p:spPr>
          <a:xfrm>
            <a:off x="0" y="13349930"/>
            <a:ext cx="18288000" cy="3496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700">
              <a:solidFill>
                <a:schemeClr val="bg2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1B798F2-936C-9A42-9A8A-109E75FBD456}"/>
              </a:ext>
            </a:extLst>
          </p:cNvPr>
          <p:cNvSpPr/>
          <p:nvPr userDrawn="1"/>
        </p:nvSpPr>
        <p:spPr>
          <a:xfrm>
            <a:off x="0" y="-1802"/>
            <a:ext cx="18288000" cy="93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700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730253"/>
            <a:ext cx="157734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3651250"/>
            <a:ext cx="157734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32658" y="1315493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fld id="{61019C5A-EDAE-924F-9663-D7968AE4A143}" type="datetime1">
              <a:rPr lang="ja-JP" altLang="en-US" smtClean="0"/>
              <a:t>2018/4/25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3186238"/>
            <a:ext cx="6172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勉強会</a:t>
            </a:r>
            <a:r>
              <a:rPr lang="en-US" altLang="ja-JP"/>
              <a:t>(2018.04.25)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05862" y="13153581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2"/>
                </a:solidFill>
              </a:defRPr>
            </a:lvl1pPr>
          </a:lstStyle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6555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88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289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C8BF32-0C66-1E44-925C-F1A9DBEC0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3159135"/>
            <a:ext cx="15544800" cy="4775200"/>
          </a:xfrm>
        </p:spPr>
        <p:txBody>
          <a:bodyPr/>
          <a:lstStyle/>
          <a:p>
            <a:r>
              <a:rPr kumimoji="1" lang="ja-JP" altLang="en-US"/>
              <a:t>文献購読</a:t>
            </a:r>
            <a:br>
              <a:rPr kumimoji="1" lang="en-US" altLang="ja-JP" dirty="0"/>
            </a:br>
            <a:endParaRPr kumimoji="1" lang="ja-JP" altLang="en-US"/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514C09A7-F9A3-4246-953E-DEDDA0B9D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8118485"/>
            <a:ext cx="13716000" cy="3311524"/>
          </a:xfrm>
        </p:spPr>
        <p:txBody>
          <a:bodyPr/>
          <a:lstStyle/>
          <a:p>
            <a:r>
              <a:rPr lang="ja-JP" altLang="en-US"/>
              <a:t>東京農工大学  情報工学科 </a:t>
            </a:r>
            <a:r>
              <a:rPr lang="en-US" altLang="ja-JP" dirty="0"/>
              <a:t> 4</a:t>
            </a:r>
            <a:r>
              <a:rPr lang="ja-JP" altLang="en-US"/>
              <a:t>年  藤田桂英研究室</a:t>
            </a:r>
            <a:endParaRPr lang="en-US" altLang="ja-JP" dirty="0"/>
          </a:p>
          <a:p>
            <a:r>
              <a:rPr lang="en-US" altLang="ja-JP" dirty="0"/>
              <a:t>17268508 </a:t>
            </a:r>
            <a:r>
              <a:rPr lang="ja-JP" altLang="en-US"/>
              <a:t> 松下昌悟</a:t>
            </a:r>
            <a:endParaRPr kumimoji="1" lang="ja-JP" alt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F711B5A-02FA-904E-8709-C7DBEEC3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A6B1D-1969-294B-A231-5557BC3730B9}" type="datetime1">
              <a:rPr lang="ja-JP" altLang="en-US" smtClean="0"/>
              <a:t>2018/4/25</a:t>
            </a:fld>
            <a:endParaRPr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702093A-5EED-FE40-9D94-B21C99E1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勉強会</a:t>
            </a:r>
            <a:r>
              <a:rPr lang="en-US" altLang="ja-JP"/>
              <a:t>(2018.04.25)</a:t>
            </a:r>
            <a:endParaRPr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02F569F-A4A1-AC4F-AF16-B68230E7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88156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A3628AA-5FBA-534C-B3C4-2DB73F79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1EFF-9CD6-1F43-924F-42968ABFDA99}" type="datetime1">
              <a:rPr lang="ja-JP" altLang="en-US" smtClean="0"/>
              <a:t>2018/4/25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D8000A-67DE-B846-8AE0-A91C6FD8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勉強会</a:t>
            </a:r>
            <a:r>
              <a:rPr lang="en-US" altLang="ja-JP"/>
              <a:t>(2018.04.25)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41896A-DBD1-D845-A5F2-1904C100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F22905A-C42A-1845-B4C2-9D8885E87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A72A944A-0DD6-C246-AA6A-153A95866A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背景</a:t>
            </a:r>
          </a:p>
        </p:txBody>
      </p:sp>
    </p:spTree>
    <p:extLst>
      <p:ext uri="{BB962C8B-B14F-4D97-AF65-F5344CB8AC3E}">
        <p14:creationId xmlns:p14="http://schemas.microsoft.com/office/powerpoint/2010/main" val="1467729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A3628AA-5FBA-534C-B3C4-2DB73F79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1EFF-9CD6-1F43-924F-42968ABFDA99}" type="datetime1">
              <a:rPr lang="ja-JP" altLang="en-US" smtClean="0"/>
              <a:t>2018/4/25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D8000A-67DE-B846-8AE0-A91C6FD8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勉強会</a:t>
            </a:r>
            <a:r>
              <a:rPr lang="en-US" altLang="ja-JP"/>
              <a:t>(2018.04.25)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41896A-DBD1-D845-A5F2-1904C100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F22905A-C42A-1845-B4C2-9D8885E87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/>
              <a:t>2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A72A944A-0DD6-C246-AA6A-153A95866A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背景</a:t>
            </a:r>
          </a:p>
        </p:txBody>
      </p:sp>
    </p:spTree>
    <p:extLst>
      <p:ext uri="{BB962C8B-B14F-4D97-AF65-F5344CB8AC3E}">
        <p14:creationId xmlns:p14="http://schemas.microsoft.com/office/powerpoint/2010/main" val="2592753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0F43D92D-1E68-EF4A-8153-4DC9B21D77FE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A34D3398-9322-F748-B364-CA3F60D9B540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DD43C602-551C-5746-BC9B-C19E492EADDB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7D2F3500-005E-9541-81E5-8F781456C6E9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41" name="三角形 40">
              <a:extLst>
                <a:ext uri="{FF2B5EF4-FFF2-40B4-BE49-F238E27FC236}">
                  <a16:creationId xmlns:a16="http://schemas.microsoft.com/office/drawing/2014/main" id="{D29DEB6E-A193-0546-B684-3CB43FF9DF41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42" name="三角形 41">
              <a:extLst>
                <a:ext uri="{FF2B5EF4-FFF2-40B4-BE49-F238E27FC236}">
                  <a16:creationId xmlns:a16="http://schemas.microsoft.com/office/drawing/2014/main" id="{2CEA62FD-E89F-5B40-B5BD-22C36179584A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43" name="三角形 42">
            <a:extLst>
              <a:ext uri="{FF2B5EF4-FFF2-40B4-BE49-F238E27FC236}">
                <a16:creationId xmlns:a16="http://schemas.microsoft.com/office/drawing/2014/main" id="{F0E65632-B875-9644-B7BD-5AC77419A68E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44" name="テキスト プレースホルダー 27">
            <a:extLst>
              <a:ext uri="{FF2B5EF4-FFF2-40B4-BE49-F238E27FC236}">
                <a16:creationId xmlns:a16="http://schemas.microsoft.com/office/drawing/2014/main" id="{3ED0938B-63CA-DD4A-9751-C64A1DA1B535}"/>
              </a:ext>
            </a:extLst>
          </p:cNvPr>
          <p:cNvSpPr txBox="1">
            <a:spLocks/>
          </p:cNvSpPr>
          <p:nvPr/>
        </p:nvSpPr>
        <p:spPr>
          <a:xfrm>
            <a:off x="1254486" y="248473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レベル</a:t>
            </a:r>
            <a:r>
              <a:rPr lang="en-US" altLang="ja-JP" dirty="0"/>
              <a:t>2</a:t>
            </a:r>
            <a:endParaRPr lang="ja-JP" altLang="en-US"/>
          </a:p>
        </p:txBody>
      </p:sp>
      <p:sp>
        <p:nvSpPr>
          <p:cNvPr id="45" name="テキスト プレースホルダー 29">
            <a:extLst>
              <a:ext uri="{FF2B5EF4-FFF2-40B4-BE49-F238E27FC236}">
                <a16:creationId xmlns:a16="http://schemas.microsoft.com/office/drawing/2014/main" id="{090E7D85-8568-4F42-952D-8AE547A43A32}"/>
              </a:ext>
            </a:extLst>
          </p:cNvPr>
          <p:cNvSpPr txBox="1">
            <a:spLocks/>
          </p:cNvSpPr>
          <p:nvPr/>
        </p:nvSpPr>
        <p:spPr>
          <a:xfrm>
            <a:off x="156860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レベル</a:t>
            </a:r>
            <a:r>
              <a:rPr lang="en-US" altLang="ja-JP" dirty="0"/>
              <a:t>3</a:t>
            </a:r>
            <a:endParaRPr lang="ja-JP" altLang="en-US"/>
          </a:p>
        </p:txBody>
      </p:sp>
      <p:sp>
        <p:nvSpPr>
          <p:cNvPr id="46" name="テキスト プレースホルダー 30">
            <a:extLst>
              <a:ext uri="{FF2B5EF4-FFF2-40B4-BE49-F238E27FC236}">
                <a16:creationId xmlns:a16="http://schemas.microsoft.com/office/drawing/2014/main" id="{8C754852-53DA-F34B-BF94-C8A638634541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レベル</a:t>
            </a:r>
            <a:r>
              <a:rPr lang="en-US" altLang="ja-JP"/>
              <a:t>1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04332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エメラルドグリーンメイン">
      <a:dk1>
        <a:srgbClr val="333333"/>
      </a:dk1>
      <a:lt1>
        <a:srgbClr val="FFFFFF"/>
      </a:lt1>
      <a:dk2>
        <a:srgbClr val="153430"/>
      </a:dk2>
      <a:lt2>
        <a:srgbClr val="EEEEEE"/>
      </a:lt2>
      <a:accent1>
        <a:srgbClr val="4DBDB0"/>
      </a:accent1>
      <a:accent2>
        <a:srgbClr val="CE4457"/>
      </a:accent2>
      <a:accent3>
        <a:srgbClr val="4197B8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1999</TotalTime>
  <Words>45</Words>
  <Application>Microsoft Macintosh PowerPoint</Application>
  <PresentationFormat>ユーザー設定</PresentationFormat>
  <Paragraphs>19</Paragraphs>
  <Slides>4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メイリオ</vt:lpstr>
      <vt:lpstr>游ゴシック</vt:lpstr>
      <vt:lpstr>Arial</vt:lpstr>
      <vt:lpstr>Calibri</vt:lpstr>
      <vt:lpstr>Office テーマ</vt:lpstr>
      <vt:lpstr>文献購読 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Shogo MATSUSHITA</dc:creator>
  <cp:lastModifiedBy>昌悟 松下</cp:lastModifiedBy>
  <cp:revision>133</cp:revision>
  <cp:lastPrinted>2018-04-18T08:51:19Z</cp:lastPrinted>
  <dcterms:created xsi:type="dcterms:W3CDTF">2018-04-18T07:57:09Z</dcterms:created>
  <dcterms:modified xsi:type="dcterms:W3CDTF">2018-04-25T07:31:01Z</dcterms:modified>
</cp:coreProperties>
</file>