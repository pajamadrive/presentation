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7"/>
  </p:notesMasterIdLst>
  <p:sldIdLst>
    <p:sldId id="256" r:id="rId2"/>
    <p:sldId id="268" r:id="rId3"/>
    <p:sldId id="269" r:id="rId4"/>
    <p:sldId id="270" r:id="rId5"/>
    <p:sldId id="267" r:id="rId6"/>
  </p:sldIdLst>
  <p:sldSz cx="18288000" cy="13716000"/>
  <p:notesSz cx="6858000" cy="9144000"/>
  <p:defaultTextStyle>
    <a:defPPr>
      <a:defRPr lang="ja-JP"/>
    </a:defPPr>
    <a:lvl1pPr marL="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86" userDrawn="1">
          <p15:clr>
            <a:srgbClr val="A4A3A4"/>
          </p15:clr>
        </p15:guide>
        <p15:guide id="2" pos="7189" userDrawn="1">
          <p15:clr>
            <a:srgbClr val="A4A3A4"/>
          </p15:clr>
        </p15:guide>
        <p15:guide id="3" pos="2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24242"/>
    <a:srgbClr val="F3F3F3"/>
    <a:srgbClr val="EDEDED"/>
    <a:srgbClr val="B1B1B1"/>
    <a:srgbClr val="EAEAEA"/>
    <a:srgbClr val="E0E0E0"/>
    <a:srgbClr val="F6F6F6"/>
    <a:srgbClr val="47BEB0"/>
    <a:srgbClr val="45BD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07"/>
    <p:restoredTop sz="94577"/>
  </p:normalViewPr>
  <p:slideViewPr>
    <p:cSldViewPr snapToGrid="0" snapToObjects="1">
      <p:cViewPr varScale="1">
        <p:scale>
          <a:sx n="74" d="100"/>
          <a:sy n="74" d="100"/>
        </p:scale>
        <p:origin x="608" y="208"/>
      </p:cViewPr>
      <p:guideLst>
        <p:guide orient="horz" pos="986"/>
        <p:guide pos="7189"/>
        <p:guide pos="2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B360EB-EED5-E74A-9E1B-64442734BBCE}" type="datetimeFigureOut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4AD5B-25DE-AE41-9ACA-EFDE3C4BB9C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5236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B48260-19DA-2240-B1D7-219E5D21CDB1}"/>
              </a:ext>
            </a:extLst>
          </p:cNvPr>
          <p:cNvSpPr/>
          <p:nvPr userDrawn="1"/>
        </p:nvSpPr>
        <p:spPr>
          <a:xfrm>
            <a:off x="8984" y="3505120"/>
            <a:ext cx="18288000" cy="671094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27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>
                <a:solidFill>
                  <a:schemeClr val="bg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>
                <a:solidFill>
                  <a:schemeClr val="bg2"/>
                </a:solidFill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6C4969-FCF6-9A4B-A014-2759BD8276AA}" type="datetime1">
              <a:rPr lang="ja-JP" altLang="en-US" smtClean="0"/>
              <a:t>2018/4/26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文献講読発表</a:t>
            </a:r>
            <a:r>
              <a:rPr lang="en-US" altLang="ja-JP"/>
              <a:t>(2018.04.25)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512109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8266" userDrawn="1">
          <p15:clr>
            <a:srgbClr val="FBAE40"/>
          </p15:clr>
        </p15:guide>
        <p15:guide id="2" pos="381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番号付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7AA989-C6B8-3949-9280-88DA60BA6993}" type="datetime1">
              <a:rPr lang="ja-JP" altLang="en-US" smtClean="0"/>
              <a:t>2018/4/26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文献講読発表</a:t>
            </a:r>
            <a:r>
              <a:rPr lang="en-US" altLang="ja-JP"/>
              <a:t>(2018.04.25)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円弧 6">
            <a:extLst>
              <a:ext uri="{FF2B5EF4-FFF2-40B4-BE49-F238E27FC236}">
                <a16:creationId xmlns:a16="http://schemas.microsoft.com/office/drawing/2014/main" id="{CBF0D79E-DC97-7244-B970-BA67ACDF9F7B}"/>
              </a:ext>
            </a:extLst>
          </p:cNvPr>
          <p:cNvSpPr/>
          <p:nvPr userDrawn="1"/>
        </p:nvSpPr>
        <p:spPr>
          <a:xfrm rot="5400000">
            <a:off x="-1319547" y="-1502762"/>
            <a:ext cx="2628000" cy="2988000"/>
          </a:xfrm>
          <a:prstGeom prst="arc">
            <a:avLst/>
          </a:prstGeom>
          <a:solidFill>
            <a:schemeClr val="accent1">
              <a:lumMod val="75000"/>
            </a:schemeClr>
          </a:solidFill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sz="4000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6ADBD5D3-E43E-EB4E-BFAF-EF2E8E6016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52615" y="-159024"/>
            <a:ext cx="6450012" cy="1420388"/>
          </a:xfrm>
        </p:spPr>
        <p:txBody>
          <a:bodyPr>
            <a:noAutofit/>
          </a:bodyPr>
          <a:lstStyle>
            <a:lvl1pPr marL="0" indent="0">
              <a:buNone/>
              <a:defRPr sz="105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en-US" altLang="ja-JP" dirty="0"/>
              <a:t>No.</a:t>
            </a:r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D62626F9-B0B3-4E40-A3A6-2578E6811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45162" y="69062"/>
            <a:ext cx="13323887" cy="796352"/>
          </a:xfrm>
        </p:spPr>
        <p:txBody>
          <a:bodyPr>
            <a:noAutofit/>
          </a:bodyPr>
          <a:lstStyle>
            <a:lvl1pPr marL="0" indent="0">
              <a:buNone/>
              <a:defRPr sz="66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44" name="円/楕円 43">
            <a:extLst>
              <a:ext uri="{FF2B5EF4-FFF2-40B4-BE49-F238E27FC236}">
                <a16:creationId xmlns:a16="http://schemas.microsoft.com/office/drawing/2014/main" id="{1EF83EC6-99EF-E94B-ADD7-5D20EA9BC096}"/>
              </a:ext>
            </a:extLst>
          </p:cNvPr>
          <p:cNvSpPr/>
          <p:nvPr userDrawn="1"/>
        </p:nvSpPr>
        <p:spPr>
          <a:xfrm>
            <a:off x="753228" y="866722"/>
            <a:ext cx="126000" cy="12600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449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番号な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F6298-E70F-6E41-95A4-202B038AE5AD}" type="datetime1">
              <a:rPr lang="ja-JP" altLang="en-US" smtClean="0"/>
              <a:t>2018/4/26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文献講読発表</a:t>
            </a:r>
            <a:r>
              <a:rPr lang="en-US" altLang="ja-JP"/>
              <a:t>(2018.04.25)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D62626F9-B0B3-4E40-A3A6-2578E6811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6578" y="69062"/>
            <a:ext cx="13323887" cy="796352"/>
          </a:xfrm>
        </p:spPr>
        <p:txBody>
          <a:bodyPr>
            <a:noAutofit/>
          </a:bodyPr>
          <a:lstStyle>
            <a:lvl1pPr marL="0" indent="0"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619534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ピー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7E6D9-35D5-3345-B114-7ABEB4B75DB7}" type="datetime1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文献講読発表</a:t>
            </a:r>
            <a:r>
              <a:rPr kumimoji="1" lang="en-US" altLang="ja-JP"/>
              <a:t>(2018.04.25)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7C64DA23-46D9-984B-B610-6E67459B873E}"/>
              </a:ext>
            </a:extLst>
          </p:cNvPr>
          <p:cNvGrpSpPr/>
          <p:nvPr userDrawn="1"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D665C4E3-299D-DF48-8BFD-9D032E326C5F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036DCA53-79EE-E047-9C3D-D1D6BE4D29A3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2B75F477-C889-2943-A2CA-1622C8EA202B}"/>
              </a:ext>
            </a:extLst>
          </p:cNvPr>
          <p:cNvGrpSpPr/>
          <p:nvPr userDrawn="1"/>
        </p:nvGrpSpPr>
        <p:grpSpPr>
          <a:xfrm>
            <a:off x="617232" y="2555510"/>
            <a:ext cx="539448" cy="487368"/>
            <a:chOff x="400056" y="1061560"/>
            <a:chExt cx="269724" cy="243684"/>
          </a:xfrm>
        </p:grpSpPr>
        <p:sp>
          <p:nvSpPr>
            <p:cNvPr id="46" name="三角形 45">
              <a:extLst>
                <a:ext uri="{FF2B5EF4-FFF2-40B4-BE49-F238E27FC236}">
                  <a16:creationId xmlns:a16="http://schemas.microsoft.com/office/drawing/2014/main" id="{2A685D1C-1FAF-1B40-9357-32E276CD76E9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47" name="三角形 46">
              <a:extLst>
                <a:ext uri="{FF2B5EF4-FFF2-40B4-BE49-F238E27FC236}">
                  <a16:creationId xmlns:a16="http://schemas.microsoft.com/office/drawing/2014/main" id="{4B27A33D-C837-B14A-83D0-153BF1C23FD2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48" name="三角形 47">
            <a:extLst>
              <a:ext uri="{FF2B5EF4-FFF2-40B4-BE49-F238E27FC236}">
                <a16:creationId xmlns:a16="http://schemas.microsoft.com/office/drawing/2014/main" id="{BEA7B9D1-FCCE-824A-BFC7-6A498C977FD4}"/>
              </a:ext>
            </a:extLst>
          </p:cNvPr>
          <p:cNvSpPr/>
          <p:nvPr userDrawn="1"/>
        </p:nvSpPr>
        <p:spPr>
          <a:xfrm rot="5400000">
            <a:off x="1076238" y="3359928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49" name="テキスト プレースホルダー 27">
            <a:extLst>
              <a:ext uri="{FF2B5EF4-FFF2-40B4-BE49-F238E27FC236}">
                <a16:creationId xmlns:a16="http://schemas.microsoft.com/office/drawing/2014/main" id="{1BC1998B-2FF5-524F-8768-2B4D222F8E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46886" y="2484733"/>
            <a:ext cx="16632960" cy="997834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424242"/>
                </a:solidFill>
              </a:defRPr>
            </a:lvl1pPr>
          </a:lstStyle>
          <a:p>
            <a:pPr lvl="0"/>
            <a:r>
              <a:rPr kumimoji="1" lang="ja-JP" altLang="en-US"/>
              <a:t>レベル</a:t>
            </a:r>
            <a:r>
              <a:rPr kumimoji="1" lang="en-US" altLang="ja-JP" dirty="0"/>
              <a:t>2</a:t>
            </a:r>
            <a:endParaRPr kumimoji="1" lang="ja-JP" altLang="en-US"/>
          </a:p>
        </p:txBody>
      </p:sp>
      <p:sp>
        <p:nvSpPr>
          <p:cNvPr id="50" name="テキスト プレースホルダー 29">
            <a:extLst>
              <a:ext uri="{FF2B5EF4-FFF2-40B4-BE49-F238E27FC236}">
                <a16:creationId xmlns:a16="http://schemas.microsoft.com/office/drawing/2014/main" id="{8BEB543B-9F21-374C-8C29-418CED1A87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61000" y="3246502"/>
            <a:ext cx="16135964" cy="853994"/>
          </a:xfrm>
        </p:spPr>
        <p:txBody>
          <a:bodyPr>
            <a:normAutofit/>
          </a:bodyPr>
          <a:lstStyle>
            <a:lvl1pPr marL="0" indent="0">
              <a:buNone/>
              <a:defRPr sz="4000">
                <a:solidFill>
                  <a:srgbClr val="424242"/>
                </a:solidFill>
              </a:defRPr>
            </a:lvl1pPr>
          </a:lstStyle>
          <a:p>
            <a:pPr lvl="0"/>
            <a:r>
              <a:rPr kumimoji="1" lang="ja-JP" altLang="en-US"/>
              <a:t>レベル</a:t>
            </a:r>
            <a:r>
              <a:rPr kumimoji="1" lang="en-US" altLang="ja-JP" dirty="0"/>
              <a:t>3</a:t>
            </a:r>
            <a:endParaRPr kumimoji="1" lang="ja-JP" altLang="en-US"/>
          </a:p>
        </p:txBody>
      </p:sp>
      <p:sp>
        <p:nvSpPr>
          <p:cNvPr id="51" name="テキスト プレースホルダー 30">
            <a:extLst>
              <a:ext uri="{FF2B5EF4-FFF2-40B4-BE49-F238E27FC236}">
                <a16:creationId xmlns:a16="http://schemas.microsoft.com/office/drawing/2014/main" id="{02304497-0A2B-5C45-97ED-E58D120C141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049" y="1583871"/>
            <a:ext cx="17302163" cy="1403350"/>
          </a:xfrm>
        </p:spPr>
        <p:txBody>
          <a:bodyPr>
            <a:normAutofit/>
          </a:bodyPr>
          <a:lstStyle>
            <a:lvl1pPr marL="0" indent="0">
              <a:buNone/>
              <a:defRPr sz="6000"/>
            </a:lvl1pPr>
          </a:lstStyle>
          <a:p>
            <a:pPr lvl="0"/>
            <a:r>
              <a:rPr kumimoji="1" lang="ja-JP" altLang="en-US"/>
              <a:t>レベル</a:t>
            </a:r>
            <a:r>
              <a:rPr kumimoji="1" lang="en-US" altLang="ja-JP" dirty="0"/>
              <a:t>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8165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C6AF7C-E2A8-CC4E-BEDD-195A92C7E78A}" type="datetime1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文献講読発表</a:t>
            </a:r>
            <a:r>
              <a:rPr kumimoji="1" lang="en-US" altLang="ja-JP"/>
              <a:t>(2018.04.25)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8589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DFA01E-E751-9841-8567-37F3714B0EC9}" type="datetime1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文献講読発表</a:t>
            </a:r>
            <a:r>
              <a:rPr kumimoji="1" lang="en-US" altLang="ja-JP"/>
              <a:t>(2018.04.25)</a:t>
            </a:r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3045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5F467-EA1E-D94C-8F22-55DE350C1503}" type="datetime1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文献講読発表</a:t>
            </a:r>
            <a:r>
              <a:rPr kumimoji="1" lang="en-US" altLang="ja-JP"/>
              <a:t>(2018.04.25)</a:t>
            </a:r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4938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52674B-24C5-DF4D-AB73-4F3AFCA25A4F}" type="datetime1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文献講読発表</a:t>
            </a:r>
            <a:r>
              <a:rPr kumimoji="1" lang="en-US" altLang="ja-JP"/>
              <a:t>(2018.04.25)</a:t>
            </a:r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64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コンテンツ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0F9DA-753E-254A-B6B9-BE70954A2BBF}" type="datetime1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文献講読発表</a:t>
            </a:r>
            <a:r>
              <a:rPr kumimoji="1" lang="en-US" altLang="ja-JP"/>
              <a:t>(2018.04.25)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897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図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73D902-A6A2-3E4F-84E4-DAFA7714B07D}" type="datetime1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文献講読発表</a:t>
            </a:r>
            <a:r>
              <a:rPr kumimoji="1" lang="en-US" altLang="ja-JP"/>
              <a:t>(2018.04.25)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5589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ECCDF-310C-374D-BB94-D136190EAB42}" type="datetime1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文献講読発表</a:t>
            </a:r>
            <a:r>
              <a:rPr kumimoji="1" lang="en-US" altLang="ja-JP"/>
              <a:t>(2018.04.25)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2116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A985E-1DBC-D74B-BF22-84B5E59DA9AB}" type="datetime1">
              <a:rPr kumimoji="1" lang="ja-JP" altLang="en-US" smtClean="0"/>
              <a:t>2018/4/26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文献講読発表</a:t>
            </a:r>
            <a:r>
              <a:rPr kumimoji="1" lang="en-US" altLang="ja-JP"/>
              <a:t>(2018.04.25)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4257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3D2571E-41D4-D848-BB3B-72FBCA05A8F2}"/>
              </a:ext>
            </a:extLst>
          </p:cNvPr>
          <p:cNvSpPr/>
          <p:nvPr userDrawn="1"/>
        </p:nvSpPr>
        <p:spPr>
          <a:xfrm>
            <a:off x="0" y="13349930"/>
            <a:ext cx="18288000" cy="3496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2700">
              <a:solidFill>
                <a:schemeClr val="bg2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1B798F2-936C-9A42-9A8A-109E75FBD456}"/>
              </a:ext>
            </a:extLst>
          </p:cNvPr>
          <p:cNvSpPr/>
          <p:nvPr userDrawn="1"/>
        </p:nvSpPr>
        <p:spPr>
          <a:xfrm>
            <a:off x="0" y="-1802"/>
            <a:ext cx="18288000" cy="93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2700">
              <a:solidFill>
                <a:schemeClr val="bg2"/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-32658" y="1315493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F72E23FF-C487-5547-8AED-A8A9B893E0C0}" type="datetime1">
              <a:rPr lang="ja-JP" altLang="en-US" smtClean="0"/>
              <a:t>2018/4/26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3186238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文献講読発表</a:t>
            </a:r>
            <a:r>
              <a:rPr lang="en-US" altLang="ja-JP"/>
              <a:t>(2018.04.25)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205862" y="13153581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65557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88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hdr="0"/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8289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C8BF32-0C66-1E44-925C-F1A9DBEC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3159135"/>
            <a:ext cx="15544800" cy="4775200"/>
          </a:xfrm>
        </p:spPr>
        <p:txBody>
          <a:bodyPr/>
          <a:lstStyle/>
          <a:p>
            <a:r>
              <a:rPr kumimoji="1" lang="ja-JP" altLang="en-US"/>
              <a:t>文献購読</a:t>
            </a:r>
            <a:br>
              <a:rPr kumimoji="1" lang="en-US" altLang="ja-JP" dirty="0"/>
            </a:br>
            <a:endParaRPr kumimoji="1" lang="ja-JP" altLang="en-US"/>
          </a:p>
        </p:txBody>
      </p:sp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514C09A7-F9A3-4246-953E-DEDDA0B9D7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8118485"/>
            <a:ext cx="13716000" cy="3311524"/>
          </a:xfrm>
        </p:spPr>
        <p:txBody>
          <a:bodyPr/>
          <a:lstStyle/>
          <a:p>
            <a:r>
              <a:rPr lang="ja-JP" altLang="en-US"/>
              <a:t>東京農工大学  情報工学科 </a:t>
            </a:r>
            <a:r>
              <a:rPr lang="en-US" altLang="ja-JP" dirty="0"/>
              <a:t> 4</a:t>
            </a:r>
            <a:r>
              <a:rPr lang="ja-JP" altLang="en-US"/>
              <a:t>年  藤田桂英研究室</a:t>
            </a:r>
            <a:endParaRPr lang="en-US" altLang="ja-JP" dirty="0"/>
          </a:p>
          <a:p>
            <a:r>
              <a:rPr lang="en-US" altLang="ja-JP" dirty="0"/>
              <a:t>17268508 </a:t>
            </a:r>
            <a:r>
              <a:rPr lang="ja-JP" altLang="en-US"/>
              <a:t> 松下昌悟</a:t>
            </a:r>
            <a:endParaRPr kumimoji="1" lang="ja-JP" alt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F711B5A-02FA-904E-8709-C7DBEEC3C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C55C2-9AF4-654D-9969-8A67901B3DA3}" type="datetime1">
              <a:rPr lang="ja-JP" altLang="en-US" smtClean="0"/>
              <a:t>2018/4/26</a:t>
            </a:fld>
            <a:endParaRPr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702093A-5EED-FE40-9D94-B21C99E12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文献講読発表</a:t>
            </a:r>
            <a:r>
              <a:rPr lang="en-US" altLang="ja-JP"/>
              <a:t>(2018.04.25)</a:t>
            </a:r>
            <a:endParaRPr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02F569F-A4A1-AC4F-AF16-B68230E74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1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88156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A3628AA-5FBA-534C-B3C4-2DB73F796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6A096-282C-054E-93D6-6FCA6F3CFD24}" type="datetime1">
              <a:rPr lang="ja-JP" altLang="en-US" smtClean="0"/>
              <a:t>2018/4/26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8D8000A-67DE-B846-8AE0-A91C6FD8E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文献講読発表</a:t>
            </a:r>
            <a:r>
              <a:rPr lang="en-US" altLang="ja-JP"/>
              <a:t>(2018.04.25)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41896A-DBD1-D845-A5F2-1904C1003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F22905A-C42A-1845-B4C2-9D8885E873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A72A944A-0DD6-C246-AA6A-153A95866A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はじめに</a:t>
            </a:r>
            <a:endParaRPr kumimoji="1" lang="ja-JP" altLang="en-US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574E7AC4-0E50-8D4A-8968-2C2A9D916ADE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2B3F120B-64CB-EB47-B9A8-9A8AFBA36AC9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5105ED84-5CDD-FF47-B6D4-96E29099F211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B2E76881-65E2-5241-B689-FEE316A34AA0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11" name="三角形 10">
              <a:extLst>
                <a:ext uri="{FF2B5EF4-FFF2-40B4-BE49-F238E27FC236}">
                  <a16:creationId xmlns:a16="http://schemas.microsoft.com/office/drawing/2014/main" id="{16494B89-A6B9-3341-BB17-E86727ADCC2D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12" name="三角形 11">
              <a:extLst>
                <a:ext uri="{FF2B5EF4-FFF2-40B4-BE49-F238E27FC236}">
                  <a16:creationId xmlns:a16="http://schemas.microsoft.com/office/drawing/2014/main" id="{E9F14F16-B830-5844-836E-439A243BF053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13" name="三角形 12">
            <a:extLst>
              <a:ext uri="{FF2B5EF4-FFF2-40B4-BE49-F238E27FC236}">
                <a16:creationId xmlns:a16="http://schemas.microsoft.com/office/drawing/2014/main" id="{70948973-0136-5542-BB52-6B4EB28156FB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14" name="テキスト プレースホルダー 27">
            <a:extLst>
              <a:ext uri="{FF2B5EF4-FFF2-40B4-BE49-F238E27FC236}">
                <a16:creationId xmlns:a16="http://schemas.microsoft.com/office/drawing/2014/main" id="{EBEDB96F-C6A2-A640-8292-2C80CBAFD729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6632960" cy="99783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 dirty="0"/>
              <a:t>2</a:t>
            </a:r>
            <a:endParaRPr lang="ja-JP" altLang="en-US"/>
          </a:p>
        </p:txBody>
      </p:sp>
      <p:sp>
        <p:nvSpPr>
          <p:cNvPr id="15" name="テキスト プレースホルダー 29">
            <a:extLst>
              <a:ext uri="{FF2B5EF4-FFF2-40B4-BE49-F238E27FC236}">
                <a16:creationId xmlns:a16="http://schemas.microsoft.com/office/drawing/2014/main" id="{CB58614A-1654-914F-BCB1-634026832709}"/>
              </a:ext>
            </a:extLst>
          </p:cNvPr>
          <p:cNvSpPr txBox="1">
            <a:spLocks/>
          </p:cNvSpPr>
          <p:nvPr/>
        </p:nvSpPr>
        <p:spPr>
          <a:xfrm>
            <a:off x="156860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 dirty="0"/>
              <a:t>3</a:t>
            </a:r>
            <a:endParaRPr lang="ja-JP" altLang="en-US"/>
          </a:p>
        </p:txBody>
      </p:sp>
      <p:sp>
        <p:nvSpPr>
          <p:cNvPr id="16" name="テキスト プレースホルダー 30">
            <a:extLst>
              <a:ext uri="{FF2B5EF4-FFF2-40B4-BE49-F238E27FC236}">
                <a16:creationId xmlns:a16="http://schemas.microsoft.com/office/drawing/2014/main" id="{B7CFE0E6-F6B1-374A-9C53-2093FC43F6E9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背景</a:t>
            </a:r>
          </a:p>
        </p:txBody>
      </p:sp>
    </p:spTree>
    <p:extLst>
      <p:ext uri="{BB962C8B-B14F-4D97-AF65-F5344CB8AC3E}">
        <p14:creationId xmlns:p14="http://schemas.microsoft.com/office/powerpoint/2010/main" val="1467729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A3628AA-5FBA-534C-B3C4-2DB73F796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203A-5B41-5648-8157-822A487E08FC}" type="datetime1">
              <a:rPr lang="ja-JP" altLang="en-US" smtClean="0"/>
              <a:t>2018/4/26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8D8000A-67DE-B846-8AE0-A91C6FD8E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文献講読発表</a:t>
            </a:r>
            <a:r>
              <a:rPr lang="en-US" altLang="ja-JP"/>
              <a:t>(2018.04.25)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41896A-DBD1-D845-A5F2-1904C1003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3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F22905A-C42A-1845-B4C2-9D8885E873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A72A944A-0DD6-C246-AA6A-153A95866A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実験</a:t>
            </a:r>
            <a:endParaRPr kumimoji="1" lang="ja-JP" altLang="en-US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8338825-4221-E148-A389-BAB1DC0ADD53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0E268681-EBDD-6B46-A968-4A957382FC63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3FAD45B4-C2FE-CA41-B80D-D3EA8853BBC9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16BF773A-C7D0-4047-93D7-93F6E4FD7F4C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11" name="三角形 10">
              <a:extLst>
                <a:ext uri="{FF2B5EF4-FFF2-40B4-BE49-F238E27FC236}">
                  <a16:creationId xmlns:a16="http://schemas.microsoft.com/office/drawing/2014/main" id="{B837EC6D-DFF8-7343-B171-EF2CF1C28D4B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12" name="三角形 11">
              <a:extLst>
                <a:ext uri="{FF2B5EF4-FFF2-40B4-BE49-F238E27FC236}">
                  <a16:creationId xmlns:a16="http://schemas.microsoft.com/office/drawing/2014/main" id="{232D445D-4D73-1242-8CD4-8C96A74E87A6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13" name="三角形 12">
            <a:extLst>
              <a:ext uri="{FF2B5EF4-FFF2-40B4-BE49-F238E27FC236}">
                <a16:creationId xmlns:a16="http://schemas.microsoft.com/office/drawing/2014/main" id="{170F5D20-7DA5-BE40-86C8-63D00B931690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14" name="テキスト プレースホルダー 27">
            <a:extLst>
              <a:ext uri="{FF2B5EF4-FFF2-40B4-BE49-F238E27FC236}">
                <a16:creationId xmlns:a16="http://schemas.microsoft.com/office/drawing/2014/main" id="{236C3152-D60C-3843-9B3D-307DB2A0E4A4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6632960" cy="99783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参加者は携帯の委託販売者として交渉を実施</a:t>
            </a:r>
          </a:p>
        </p:txBody>
      </p:sp>
      <p:sp>
        <p:nvSpPr>
          <p:cNvPr id="15" name="テキスト プレースホルダー 29">
            <a:extLst>
              <a:ext uri="{FF2B5EF4-FFF2-40B4-BE49-F238E27FC236}">
                <a16:creationId xmlns:a16="http://schemas.microsoft.com/office/drawing/2014/main" id="{EBDED935-8261-6749-B78E-892B57BDE922}"/>
              </a:ext>
            </a:extLst>
          </p:cNvPr>
          <p:cNvSpPr txBox="1">
            <a:spLocks/>
          </p:cNvSpPr>
          <p:nvPr/>
        </p:nvSpPr>
        <p:spPr>
          <a:xfrm>
            <a:off x="156860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金額・保証期間・契約サービスの継続</a:t>
            </a:r>
          </a:p>
        </p:txBody>
      </p:sp>
      <p:sp>
        <p:nvSpPr>
          <p:cNvPr id="16" name="テキスト プレースホルダー 30">
            <a:extLst>
              <a:ext uri="{FF2B5EF4-FFF2-40B4-BE49-F238E27FC236}">
                <a16:creationId xmlns:a16="http://schemas.microsoft.com/office/drawing/2014/main" id="{CF9CB3BE-4D25-544D-BF6B-6A8CDD76E2D9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交渉タスク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0D9F7940-8D1A-7442-8202-59FA04673BC1}"/>
              </a:ext>
            </a:extLst>
          </p:cNvPr>
          <p:cNvGrpSpPr/>
          <p:nvPr/>
        </p:nvGrpSpPr>
        <p:grpSpPr>
          <a:xfrm>
            <a:off x="617232" y="4090838"/>
            <a:ext cx="539448" cy="487368"/>
            <a:chOff x="400056" y="1061560"/>
            <a:chExt cx="269724" cy="243684"/>
          </a:xfrm>
        </p:grpSpPr>
        <p:sp>
          <p:nvSpPr>
            <p:cNvPr id="18" name="三角形 17">
              <a:extLst>
                <a:ext uri="{FF2B5EF4-FFF2-40B4-BE49-F238E27FC236}">
                  <a16:creationId xmlns:a16="http://schemas.microsoft.com/office/drawing/2014/main" id="{30129A96-4E6F-C846-918A-3A7EC6350E75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19" name="三角形 18">
              <a:extLst>
                <a:ext uri="{FF2B5EF4-FFF2-40B4-BE49-F238E27FC236}">
                  <a16:creationId xmlns:a16="http://schemas.microsoft.com/office/drawing/2014/main" id="{AC84945F-0458-1848-B13E-71B95C56D670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20" name="テキスト プレースホルダー 27">
            <a:extLst>
              <a:ext uri="{FF2B5EF4-FFF2-40B4-BE49-F238E27FC236}">
                <a16:creationId xmlns:a16="http://schemas.microsoft.com/office/drawing/2014/main" id="{A684D9A0-DC94-FB4F-A70E-B1A8B3E8B725}"/>
              </a:ext>
            </a:extLst>
          </p:cNvPr>
          <p:cNvSpPr txBox="1">
            <a:spLocks/>
          </p:cNvSpPr>
          <p:nvPr/>
        </p:nvSpPr>
        <p:spPr>
          <a:xfrm>
            <a:off x="1254486" y="4018213"/>
            <a:ext cx="16632960" cy="99783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各タスクには</a:t>
            </a:r>
            <a:r>
              <a:rPr lang="en-US" altLang="ja-JP" dirty="0"/>
              <a:t>9</a:t>
            </a:r>
            <a:r>
              <a:rPr lang="ja-JP" altLang="en-US"/>
              <a:t>段階のレベルが存在</a:t>
            </a:r>
          </a:p>
        </p:txBody>
      </p:sp>
    </p:spTree>
    <p:extLst>
      <p:ext uri="{BB962C8B-B14F-4D97-AF65-F5344CB8AC3E}">
        <p14:creationId xmlns:p14="http://schemas.microsoft.com/office/powerpoint/2010/main" val="2592753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D28F015-1019-8346-8D0C-512033394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7AA989-C6B8-3949-9280-88DA60BA6993}" type="datetime1">
              <a:rPr lang="ja-JP" altLang="en-US" smtClean="0"/>
              <a:t>2018/4/26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1234204-2796-CE4D-835C-01802E28F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文献講読発表</a:t>
            </a:r>
            <a:r>
              <a:rPr lang="en-US" altLang="ja-JP"/>
              <a:t>(2018.04.25)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CB099E-D01C-124B-BB91-17ED16E22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4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6CF3DBA-F416-C94D-A109-3A1E690191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2F642E06-7106-074A-A67D-8FD1D7D4C8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おわりに</a:t>
            </a:r>
            <a:endParaRPr kumimoji="1" lang="ja-JP" altLang="en-US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5A6AC9E6-7F70-CF44-8712-6F47C0A918DA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041C8F7-C3FC-B542-A05A-B7F48A73B8F0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32E8D722-9493-F64B-A7F7-8F91CB2FEDFE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C6DB5DBE-4BC5-C74A-B12C-8D5AE81664DB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11" name="三角形 10">
              <a:extLst>
                <a:ext uri="{FF2B5EF4-FFF2-40B4-BE49-F238E27FC236}">
                  <a16:creationId xmlns:a16="http://schemas.microsoft.com/office/drawing/2014/main" id="{1A5744BD-1EFB-454B-A1B2-9E77E4F4CDE1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12" name="三角形 11">
              <a:extLst>
                <a:ext uri="{FF2B5EF4-FFF2-40B4-BE49-F238E27FC236}">
                  <a16:creationId xmlns:a16="http://schemas.microsoft.com/office/drawing/2014/main" id="{EBD25148-E0BB-134D-8D2F-AB5CC18E0275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13" name="三角形 12">
            <a:extLst>
              <a:ext uri="{FF2B5EF4-FFF2-40B4-BE49-F238E27FC236}">
                <a16:creationId xmlns:a16="http://schemas.microsoft.com/office/drawing/2014/main" id="{755B815A-2A67-7543-B104-B915E4AE7570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14" name="テキスト プレースホルダー 27">
            <a:extLst>
              <a:ext uri="{FF2B5EF4-FFF2-40B4-BE49-F238E27FC236}">
                <a16:creationId xmlns:a16="http://schemas.microsoft.com/office/drawing/2014/main" id="{EB324645-7AF6-D147-9F2D-3582DE531431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6632960" cy="99783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 dirty="0"/>
              <a:t>2</a:t>
            </a:r>
            <a:endParaRPr lang="ja-JP" altLang="en-US"/>
          </a:p>
        </p:txBody>
      </p:sp>
      <p:sp>
        <p:nvSpPr>
          <p:cNvPr id="15" name="テキスト プレースホルダー 29">
            <a:extLst>
              <a:ext uri="{FF2B5EF4-FFF2-40B4-BE49-F238E27FC236}">
                <a16:creationId xmlns:a16="http://schemas.microsoft.com/office/drawing/2014/main" id="{0D28A911-1484-0D4C-84FF-8098B1841C7C}"/>
              </a:ext>
            </a:extLst>
          </p:cNvPr>
          <p:cNvSpPr txBox="1">
            <a:spLocks/>
          </p:cNvSpPr>
          <p:nvPr/>
        </p:nvSpPr>
        <p:spPr>
          <a:xfrm>
            <a:off x="156860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 dirty="0"/>
              <a:t>3</a:t>
            </a:r>
            <a:endParaRPr lang="ja-JP" altLang="en-US"/>
          </a:p>
        </p:txBody>
      </p:sp>
      <p:sp>
        <p:nvSpPr>
          <p:cNvPr id="16" name="テキスト プレースホルダー 30">
            <a:extLst>
              <a:ext uri="{FF2B5EF4-FFF2-40B4-BE49-F238E27FC236}">
                <a16:creationId xmlns:a16="http://schemas.microsoft.com/office/drawing/2014/main" id="{40403F41-47F8-454B-8521-19DA2EA3719D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 dirty="0"/>
              <a:t>1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761284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0F43D92D-1E68-EF4A-8153-4DC9B21D77FE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A34D3398-9322-F748-B364-CA3F60D9B540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DD43C602-551C-5746-BC9B-C19E492EADDB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7D2F3500-005E-9541-81E5-8F781456C6E9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41" name="三角形 40">
              <a:extLst>
                <a:ext uri="{FF2B5EF4-FFF2-40B4-BE49-F238E27FC236}">
                  <a16:creationId xmlns:a16="http://schemas.microsoft.com/office/drawing/2014/main" id="{D29DEB6E-A193-0546-B684-3CB43FF9DF41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42" name="三角形 41">
              <a:extLst>
                <a:ext uri="{FF2B5EF4-FFF2-40B4-BE49-F238E27FC236}">
                  <a16:creationId xmlns:a16="http://schemas.microsoft.com/office/drawing/2014/main" id="{2CEA62FD-E89F-5B40-B5BD-22C36179584A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43" name="三角形 42">
            <a:extLst>
              <a:ext uri="{FF2B5EF4-FFF2-40B4-BE49-F238E27FC236}">
                <a16:creationId xmlns:a16="http://schemas.microsoft.com/office/drawing/2014/main" id="{F0E65632-B875-9644-B7BD-5AC77419A68E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44" name="テキスト プレースホルダー 27">
            <a:extLst>
              <a:ext uri="{FF2B5EF4-FFF2-40B4-BE49-F238E27FC236}">
                <a16:creationId xmlns:a16="http://schemas.microsoft.com/office/drawing/2014/main" id="{3ED0938B-63CA-DD4A-9751-C64A1DA1B535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6632960" cy="99783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 dirty="0"/>
              <a:t>2</a:t>
            </a:r>
            <a:endParaRPr lang="ja-JP" altLang="en-US"/>
          </a:p>
        </p:txBody>
      </p:sp>
      <p:sp>
        <p:nvSpPr>
          <p:cNvPr id="45" name="テキスト プレースホルダー 29">
            <a:extLst>
              <a:ext uri="{FF2B5EF4-FFF2-40B4-BE49-F238E27FC236}">
                <a16:creationId xmlns:a16="http://schemas.microsoft.com/office/drawing/2014/main" id="{090E7D85-8568-4F42-952D-8AE547A43A32}"/>
              </a:ext>
            </a:extLst>
          </p:cNvPr>
          <p:cNvSpPr txBox="1">
            <a:spLocks/>
          </p:cNvSpPr>
          <p:nvPr/>
        </p:nvSpPr>
        <p:spPr>
          <a:xfrm>
            <a:off x="156860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 dirty="0"/>
              <a:t>3</a:t>
            </a:r>
            <a:endParaRPr lang="ja-JP" altLang="en-US"/>
          </a:p>
        </p:txBody>
      </p:sp>
      <p:sp>
        <p:nvSpPr>
          <p:cNvPr id="46" name="テキスト プレースホルダー 30">
            <a:extLst>
              <a:ext uri="{FF2B5EF4-FFF2-40B4-BE49-F238E27FC236}">
                <a16:creationId xmlns:a16="http://schemas.microsoft.com/office/drawing/2014/main" id="{8C754852-53DA-F34B-BF94-C8A63863454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/>
              <a:t>1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04332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エメラルドグリーンメイン">
      <a:dk1>
        <a:srgbClr val="333333"/>
      </a:dk1>
      <a:lt1>
        <a:srgbClr val="FFFFFF"/>
      </a:lt1>
      <a:dk2>
        <a:srgbClr val="153430"/>
      </a:dk2>
      <a:lt2>
        <a:srgbClr val="EEEEEE"/>
      </a:lt2>
      <a:accent1>
        <a:srgbClr val="4DBDB0"/>
      </a:accent1>
      <a:accent2>
        <a:srgbClr val="CE4457"/>
      </a:accent2>
      <a:accent3>
        <a:srgbClr val="4197B8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>
            <a:solidFill>
              <a:schemeClr val="bg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2208</TotalTime>
  <Words>105</Words>
  <Application>Microsoft Macintosh PowerPoint</Application>
  <PresentationFormat>ユーザー設定</PresentationFormat>
  <Paragraphs>34</Paragraphs>
  <Slides>5</Slides>
  <Notes>0</Notes>
  <HiddenSlides>1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メイリオ</vt:lpstr>
      <vt:lpstr>游ゴシック</vt:lpstr>
      <vt:lpstr>Arial</vt:lpstr>
      <vt:lpstr>Calibri</vt:lpstr>
      <vt:lpstr>Office テーマ</vt:lpstr>
      <vt:lpstr>文献購読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16.0012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Shogo MATSUSHITA</dc:creator>
  <cp:lastModifiedBy>Shogo MATSUSHITA</cp:lastModifiedBy>
  <cp:revision>140</cp:revision>
  <cp:lastPrinted>2018-04-18T08:51:19Z</cp:lastPrinted>
  <dcterms:created xsi:type="dcterms:W3CDTF">2018-04-18T07:57:09Z</dcterms:created>
  <dcterms:modified xsi:type="dcterms:W3CDTF">2018-04-26T06:54:23Z</dcterms:modified>
</cp:coreProperties>
</file>