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9"/>
  </p:notesMasterIdLst>
  <p:sldIdLst>
    <p:sldId id="256" r:id="rId2"/>
    <p:sldId id="269" r:id="rId3"/>
    <p:sldId id="270" r:id="rId4"/>
    <p:sldId id="271" r:id="rId5"/>
    <p:sldId id="272" r:id="rId6"/>
    <p:sldId id="273" r:id="rId7"/>
    <p:sldId id="267" r:id="rId8"/>
  </p:sldIdLst>
  <p:sldSz cx="18288000" cy="13716000"/>
  <p:notesSz cx="6858000" cy="9144000"/>
  <p:defaultTextStyle>
    <a:defPPr>
      <a:defRPr lang="ja-JP"/>
    </a:defPPr>
    <a:lvl1pPr marL="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1pPr>
    <a:lvl2pPr marL="9144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2pPr>
    <a:lvl3pPr marL="18288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3pPr>
    <a:lvl4pPr marL="27432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4pPr>
    <a:lvl5pPr marL="36576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5pPr>
    <a:lvl6pPr marL="45720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6pPr>
    <a:lvl7pPr marL="54864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7pPr>
    <a:lvl8pPr marL="64008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8pPr>
    <a:lvl9pPr marL="7315200" algn="l" defTabSz="1828800" rtl="0" eaLnBrk="1" latinLnBrk="0" hangingPunct="1">
      <a:defRPr kumimoji="1" sz="3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003" userDrawn="1">
          <p15:clr>
            <a:srgbClr val="A4A3A4"/>
          </p15:clr>
        </p15:guide>
        <p15:guide id="2" pos="38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424242"/>
    <a:srgbClr val="F3F3F3"/>
    <a:srgbClr val="EDEDED"/>
    <a:srgbClr val="B1B1B1"/>
    <a:srgbClr val="EAEAEA"/>
    <a:srgbClr val="E0E0E0"/>
    <a:srgbClr val="F6F6F6"/>
    <a:srgbClr val="47BEB0"/>
    <a:srgbClr val="45BD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55"/>
    <p:restoredTop sz="94697"/>
  </p:normalViewPr>
  <p:slideViewPr>
    <p:cSldViewPr snapToGrid="0" snapToObjects="1">
      <p:cViewPr varScale="1">
        <p:scale>
          <a:sx n="90" d="100"/>
          <a:sy n="90" d="100"/>
        </p:scale>
        <p:origin x="576" y="560"/>
      </p:cViewPr>
      <p:guideLst>
        <p:guide orient="horz" pos="3003"/>
        <p:guide pos="38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B360EB-EED5-E74A-9E1B-64442734BBCE}" type="datetimeFigureOut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4AD5B-25DE-AE41-9ACA-EFDE3C4BB9C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52368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1pPr>
    <a:lvl2pPr marL="9144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2pPr>
    <a:lvl3pPr marL="18288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3pPr>
    <a:lvl4pPr marL="27432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4pPr>
    <a:lvl5pPr marL="36576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5pPr>
    <a:lvl6pPr marL="45720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6pPr>
    <a:lvl7pPr marL="54864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7pPr>
    <a:lvl8pPr marL="64008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8pPr>
    <a:lvl9pPr marL="7315200" algn="l" defTabSz="1828800" rtl="0" eaLnBrk="1" latinLnBrk="0" hangingPunct="1">
      <a:defRPr kumimoji="1" sz="2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B48260-19DA-2240-B1D7-219E5D21CDB1}"/>
              </a:ext>
            </a:extLst>
          </p:cNvPr>
          <p:cNvSpPr/>
          <p:nvPr userDrawn="1"/>
        </p:nvSpPr>
        <p:spPr>
          <a:xfrm>
            <a:off x="8984" y="3505120"/>
            <a:ext cx="18288000" cy="67109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27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244726"/>
            <a:ext cx="15544800" cy="4775200"/>
          </a:xfrm>
        </p:spPr>
        <p:txBody>
          <a:bodyPr anchor="b"/>
          <a:lstStyle>
            <a:lvl1pPr algn="ctr">
              <a:defRPr sz="12000">
                <a:solidFill>
                  <a:schemeClr val="bg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7204076"/>
            <a:ext cx="13716000" cy="3311524"/>
          </a:xfrm>
        </p:spPr>
        <p:txBody>
          <a:bodyPr/>
          <a:lstStyle>
            <a:lvl1pPr marL="0" indent="0" algn="ctr">
              <a:buNone/>
              <a:defRPr sz="4800">
                <a:solidFill>
                  <a:schemeClr val="bg2"/>
                </a:solidFill>
              </a:defRPr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8C5098-C476-2D4D-9CC3-569842ECDC99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5121093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8266" userDrawn="1">
          <p15:clr>
            <a:srgbClr val="FBAE40"/>
          </p15:clr>
        </p15:guide>
        <p15:guide id="2" pos="381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番号付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6178-AF4C-F448-8E15-7D36F0BA6D4F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D62626F9-B0B3-4E40-A3A6-2578E6811C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99962" y="69062"/>
            <a:ext cx="13323887" cy="796352"/>
          </a:xfrm>
        </p:spPr>
        <p:txBody>
          <a:bodyPr>
            <a:noAutofit/>
          </a:bodyPr>
          <a:lstStyle>
            <a:lvl1pPr marL="0" indent="0"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タイトル</a:t>
            </a:r>
          </a:p>
        </p:txBody>
      </p:sp>
      <p:sp>
        <p:nvSpPr>
          <p:cNvPr id="10" name="円弧 9">
            <a:extLst>
              <a:ext uri="{FF2B5EF4-FFF2-40B4-BE49-F238E27FC236}">
                <a16:creationId xmlns:a16="http://schemas.microsoft.com/office/drawing/2014/main" id="{16AFAE70-4E49-9E48-A796-1F133996FBCA}"/>
              </a:ext>
            </a:extLst>
          </p:cNvPr>
          <p:cNvSpPr/>
          <p:nvPr userDrawn="1"/>
        </p:nvSpPr>
        <p:spPr>
          <a:xfrm rot="5400000">
            <a:off x="-1319547" y="-1502762"/>
            <a:ext cx="2628000" cy="2988000"/>
          </a:xfrm>
          <a:prstGeom prst="arc">
            <a:avLst/>
          </a:prstGeom>
          <a:solidFill>
            <a:schemeClr val="accent1">
              <a:lumMod val="75000"/>
            </a:schemeClr>
          </a:solidFill>
          <a:ln w="381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 sz="4000"/>
          </a:p>
        </p:txBody>
      </p:sp>
      <p:sp>
        <p:nvSpPr>
          <p:cNvPr id="12" name="テキスト プレースホルダー 8">
            <a:extLst>
              <a:ext uri="{FF2B5EF4-FFF2-40B4-BE49-F238E27FC236}">
                <a16:creationId xmlns:a16="http://schemas.microsoft.com/office/drawing/2014/main" id="{BBD7C122-4D56-D542-98E1-1B42D6D0A8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-52615" y="-159024"/>
            <a:ext cx="6450012" cy="1420388"/>
          </a:xfrm>
        </p:spPr>
        <p:txBody>
          <a:bodyPr>
            <a:noAutofit/>
          </a:bodyPr>
          <a:lstStyle>
            <a:lvl1pPr marL="0" indent="0">
              <a:buNone/>
              <a:defRPr sz="105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en-US" altLang="ja-JP" dirty="0"/>
              <a:t>No.</a:t>
            </a:r>
          </a:p>
        </p:txBody>
      </p:sp>
      <p:sp>
        <p:nvSpPr>
          <p:cNvPr id="13" name="円/楕円 12">
            <a:extLst>
              <a:ext uri="{FF2B5EF4-FFF2-40B4-BE49-F238E27FC236}">
                <a16:creationId xmlns:a16="http://schemas.microsoft.com/office/drawing/2014/main" id="{3F0DC34E-6387-ED4D-854A-179BF60A024D}"/>
              </a:ext>
            </a:extLst>
          </p:cNvPr>
          <p:cNvSpPr/>
          <p:nvPr userDrawn="1"/>
        </p:nvSpPr>
        <p:spPr>
          <a:xfrm>
            <a:off x="753228" y="866722"/>
            <a:ext cx="126000" cy="12600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1449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番号な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3A27BD-E0B4-5146-9407-5FC97CB8FA48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D62626F9-B0B3-4E40-A3A6-2578E6811C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16578" y="69062"/>
            <a:ext cx="13323887" cy="796352"/>
          </a:xfrm>
        </p:spPr>
        <p:txBody>
          <a:bodyPr>
            <a:noAutofit/>
          </a:bodyPr>
          <a:lstStyle>
            <a:lvl1pPr marL="0" indent="0">
              <a:buNone/>
              <a:defRPr sz="6000">
                <a:solidFill>
                  <a:schemeClr val="bg2"/>
                </a:solidFill>
              </a:defRPr>
            </a:lvl1pPr>
          </a:lstStyle>
          <a:p>
            <a:pPr lvl="0"/>
            <a:r>
              <a:rPr kumimoji="1" lang="ja-JP" altLang="en-US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619534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ピー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0EDF95-2DDE-7F43-8B3B-BC0F3979549C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7C64DA23-46D9-984B-B610-6E67459B873E}"/>
              </a:ext>
            </a:extLst>
          </p:cNvPr>
          <p:cNvGrpSpPr/>
          <p:nvPr userDrawn="1"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D665C4E3-299D-DF48-8BFD-9D032E326C5F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036DCA53-79EE-E047-9C3D-D1D6BE4D29A3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2B75F477-C889-2943-A2CA-1622C8EA202B}"/>
              </a:ext>
            </a:extLst>
          </p:cNvPr>
          <p:cNvGrpSpPr/>
          <p:nvPr userDrawn="1"/>
        </p:nvGrpSpPr>
        <p:grpSpPr>
          <a:xfrm>
            <a:off x="617232" y="2555510"/>
            <a:ext cx="539448" cy="487368"/>
            <a:chOff x="400056" y="1061560"/>
            <a:chExt cx="269724" cy="243684"/>
          </a:xfrm>
        </p:grpSpPr>
        <p:sp>
          <p:nvSpPr>
            <p:cNvPr id="46" name="三角形 45">
              <a:extLst>
                <a:ext uri="{FF2B5EF4-FFF2-40B4-BE49-F238E27FC236}">
                  <a16:creationId xmlns:a16="http://schemas.microsoft.com/office/drawing/2014/main" id="{2A685D1C-1FAF-1B40-9357-32E276CD76E9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47" name="三角形 46">
              <a:extLst>
                <a:ext uri="{FF2B5EF4-FFF2-40B4-BE49-F238E27FC236}">
                  <a16:creationId xmlns:a16="http://schemas.microsoft.com/office/drawing/2014/main" id="{4B27A33D-C837-B14A-83D0-153BF1C23FD2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48" name="三角形 47">
            <a:extLst>
              <a:ext uri="{FF2B5EF4-FFF2-40B4-BE49-F238E27FC236}">
                <a16:creationId xmlns:a16="http://schemas.microsoft.com/office/drawing/2014/main" id="{BEA7B9D1-FCCE-824A-BFC7-6A498C977FD4}"/>
              </a:ext>
            </a:extLst>
          </p:cNvPr>
          <p:cNvSpPr/>
          <p:nvPr userDrawn="1"/>
        </p:nvSpPr>
        <p:spPr>
          <a:xfrm rot="5400000">
            <a:off x="1076238" y="3359928"/>
            <a:ext cx="480900" cy="320016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7200"/>
          </a:p>
        </p:txBody>
      </p:sp>
      <p:sp>
        <p:nvSpPr>
          <p:cNvPr id="49" name="テキスト プレースホルダー 27">
            <a:extLst>
              <a:ext uri="{FF2B5EF4-FFF2-40B4-BE49-F238E27FC236}">
                <a16:creationId xmlns:a16="http://schemas.microsoft.com/office/drawing/2014/main" id="{1BC1998B-2FF5-524F-8768-2B4D222F8E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2976" y="2484733"/>
            <a:ext cx="16632960" cy="997834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424242"/>
                </a:solidFill>
              </a:defRPr>
            </a:lvl1pPr>
          </a:lstStyle>
          <a:p>
            <a:pPr lvl="0"/>
            <a:r>
              <a:rPr kumimoji="1" lang="ja-JP" altLang="en-US"/>
              <a:t>レベル</a:t>
            </a:r>
            <a:r>
              <a:rPr kumimoji="1" lang="en-US" altLang="ja-JP" dirty="0"/>
              <a:t>2</a:t>
            </a:r>
            <a:endParaRPr kumimoji="1" lang="ja-JP" altLang="en-US"/>
          </a:p>
        </p:txBody>
      </p:sp>
      <p:sp>
        <p:nvSpPr>
          <p:cNvPr id="50" name="テキスト プレースホルダー 29">
            <a:extLst>
              <a:ext uri="{FF2B5EF4-FFF2-40B4-BE49-F238E27FC236}">
                <a16:creationId xmlns:a16="http://schemas.microsoft.com/office/drawing/2014/main" id="{8BEB543B-9F21-374C-8C29-418CED1A87B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57090" y="3246502"/>
            <a:ext cx="16135964" cy="853994"/>
          </a:xfrm>
        </p:spPr>
        <p:txBody>
          <a:bodyPr>
            <a:normAutofit/>
          </a:bodyPr>
          <a:lstStyle>
            <a:lvl1pPr marL="0" indent="0">
              <a:buNone/>
              <a:defRPr sz="4000">
                <a:solidFill>
                  <a:srgbClr val="424242"/>
                </a:solidFill>
              </a:defRPr>
            </a:lvl1pPr>
          </a:lstStyle>
          <a:p>
            <a:pPr lvl="0"/>
            <a:r>
              <a:rPr kumimoji="1" lang="ja-JP" altLang="en-US"/>
              <a:t>レベル</a:t>
            </a:r>
            <a:r>
              <a:rPr kumimoji="1" lang="en-US" altLang="ja-JP" dirty="0"/>
              <a:t>3</a:t>
            </a:r>
            <a:endParaRPr kumimoji="1" lang="ja-JP" altLang="en-US"/>
          </a:p>
        </p:txBody>
      </p:sp>
      <p:sp>
        <p:nvSpPr>
          <p:cNvPr id="51" name="テキスト プレースホルダー 30">
            <a:extLst>
              <a:ext uri="{FF2B5EF4-FFF2-40B4-BE49-F238E27FC236}">
                <a16:creationId xmlns:a16="http://schemas.microsoft.com/office/drawing/2014/main" id="{02304497-0A2B-5C45-97ED-E58D120C141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71049" y="1583871"/>
            <a:ext cx="17302163" cy="1403350"/>
          </a:xfrm>
        </p:spPr>
        <p:txBody>
          <a:bodyPr>
            <a:normAutofit/>
          </a:bodyPr>
          <a:lstStyle>
            <a:lvl1pPr marL="0" indent="0">
              <a:buNone/>
              <a:defRPr sz="6000"/>
            </a:lvl1pPr>
          </a:lstStyle>
          <a:p>
            <a:pPr lvl="0"/>
            <a:r>
              <a:rPr kumimoji="1" lang="ja-JP" altLang="en-US"/>
              <a:t>レベル</a:t>
            </a:r>
            <a:r>
              <a:rPr kumimoji="1" lang="en-US" altLang="ja-JP" dirty="0"/>
              <a:t>1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8165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3651250"/>
            <a:ext cx="7772400" cy="870267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3651250"/>
            <a:ext cx="7772400" cy="870267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844100-EDA9-DF4F-A696-F838C99BE992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8589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730253"/>
            <a:ext cx="15773400" cy="2651126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3362326"/>
            <a:ext cx="7736680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5010150"/>
            <a:ext cx="7736680" cy="736917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3362326"/>
            <a:ext cx="7774782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5010150"/>
            <a:ext cx="7774782" cy="736917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C244B-D502-F14A-B713-59BB1B45E41B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3045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BA28D-1645-7D4C-B867-7EA748E4F22A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49386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FE613-95F5-D74B-A958-536AC67112E4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645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コンテンツ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1974853"/>
            <a:ext cx="9258300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A9CAFC-9062-D44E-B99A-38CDEBD2E67E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8977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図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14400"/>
            <a:ext cx="5898356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1974853"/>
            <a:ext cx="9258300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4114800"/>
            <a:ext cx="5898356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80E1B-640F-F24A-AD72-D027730F128D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5589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82ADD-A43D-D14D-A6FC-B333D90D4C61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12116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730250"/>
            <a:ext cx="3943350" cy="11623676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730250"/>
            <a:ext cx="11601450" cy="11623676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7932C-B3B5-E04A-BABF-6507E41E9E8C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4257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3D2571E-41D4-D848-BB3B-72FBCA05A8F2}"/>
              </a:ext>
            </a:extLst>
          </p:cNvPr>
          <p:cNvSpPr/>
          <p:nvPr userDrawn="1"/>
        </p:nvSpPr>
        <p:spPr>
          <a:xfrm>
            <a:off x="0" y="13349930"/>
            <a:ext cx="18288000" cy="34962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2700">
              <a:solidFill>
                <a:schemeClr val="bg2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1B798F2-936C-9A42-9A8A-109E75FBD456}"/>
              </a:ext>
            </a:extLst>
          </p:cNvPr>
          <p:cNvSpPr/>
          <p:nvPr userDrawn="1"/>
        </p:nvSpPr>
        <p:spPr>
          <a:xfrm>
            <a:off x="0" y="-1802"/>
            <a:ext cx="18288000" cy="86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68580" rIns="137160" bIns="685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2700">
              <a:solidFill>
                <a:schemeClr val="bg2"/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730253"/>
            <a:ext cx="157734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3651250"/>
            <a:ext cx="157734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-32658" y="13154933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bg2"/>
                </a:solidFill>
              </a:defRPr>
            </a:lvl1pPr>
          </a:lstStyle>
          <a:p>
            <a:fld id="{52E4A8AD-8916-A14C-85FC-08FF226EE794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3186238"/>
            <a:ext cx="61722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bg2"/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4205862" y="13153581"/>
            <a:ext cx="41148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bg2"/>
                </a:solidFill>
              </a:defRPr>
            </a:lvl1pPr>
          </a:lstStyle>
          <a:p>
            <a:fld id="{89242BC1-393D-1248-985B-18DA624F2964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065557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88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hf hdr="0"/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8289" userDrawn="1">
          <p15:clr>
            <a:srgbClr val="F26B43"/>
          </p15:clr>
        </p15:guide>
        <p15:guide id="2" pos="57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C8BF32-0C66-1E44-925C-F1A9DBEC01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</a:p>
        </p:txBody>
      </p:sp>
      <p:sp>
        <p:nvSpPr>
          <p:cNvPr id="3" name="サブタイトル 2">
            <a:extLst>
              <a:ext uri="{FF2B5EF4-FFF2-40B4-BE49-F238E27FC236}">
                <a16:creationId xmlns:a16="http://schemas.microsoft.com/office/drawing/2014/main" id="{514C09A7-F9A3-4246-953E-DEDDA0B9D7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ja-JP" dirty="0"/>
              <a:t>17268508 </a:t>
            </a:r>
            <a:r>
              <a:rPr lang="ja-JP" altLang="en-US"/>
              <a:t>松下昌悟</a:t>
            </a:r>
            <a:endParaRPr kumimoji="1" lang="ja-JP" altLang="en-US"/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F711B5A-02FA-904E-8709-C7DBEEC3C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3D38C5-D4E9-5341-96BC-AD6210BAB795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702093A-5EED-FE40-9D94-B21C99E12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 dirty="0"/>
              <a:t>(2018.06.06)</a:t>
            </a:r>
            <a:endParaRPr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202F569F-A4A1-AC4F-AF16-B68230E74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1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088156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3520CDD-7107-D140-A1A0-69D0D69B1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71601-E22D-CE4E-A935-5B6D61E7C2AD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EFBA0C-3454-8D4D-87CE-5BA9ED8A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405AD0-9091-A94B-BA67-32995AD15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2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6DD2A8D-F804-D546-B77D-9693A67C3E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ja-JP" altLang="en-US"/>
              <a:t>目次</a:t>
            </a:r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18F5D246-4675-9D44-B96B-BEDD6F01ED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0</a:t>
            </a:r>
            <a:endParaRPr kumimoji="1" lang="ja-JP" altLang="en-US"/>
          </a:p>
        </p:txBody>
      </p: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CE2965BD-3C8E-5542-ACB6-F88FFBA78519}"/>
              </a:ext>
            </a:extLst>
          </p:cNvPr>
          <p:cNvGrpSpPr/>
          <p:nvPr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BFB272B8-D00B-8949-A1A6-307692A486EF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44" name="正方形/長方形 43">
              <a:extLst>
                <a:ext uri="{FF2B5EF4-FFF2-40B4-BE49-F238E27FC236}">
                  <a16:creationId xmlns:a16="http://schemas.microsoft.com/office/drawing/2014/main" id="{B4234B92-61D2-A942-A50A-8ACB7F2BED4F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sp>
        <p:nvSpPr>
          <p:cNvPr id="45" name="テキスト プレースホルダー 30">
            <a:extLst>
              <a:ext uri="{FF2B5EF4-FFF2-40B4-BE49-F238E27FC236}">
                <a16:creationId xmlns:a16="http://schemas.microsoft.com/office/drawing/2014/main" id="{778A52C6-3103-AD4D-8F54-DA6D0ADF2008}"/>
              </a:ext>
            </a:extLst>
          </p:cNvPr>
          <p:cNvSpPr txBox="1">
            <a:spLocks/>
          </p:cNvSpPr>
          <p:nvPr/>
        </p:nvSpPr>
        <p:spPr>
          <a:xfrm>
            <a:off x="571049" y="1583871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研究について</a:t>
            </a:r>
          </a:p>
        </p:txBody>
      </p: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B28375B0-9837-404D-B4D3-A14E960FE0B5}"/>
              </a:ext>
            </a:extLst>
          </p:cNvPr>
          <p:cNvGrpSpPr/>
          <p:nvPr/>
        </p:nvGrpSpPr>
        <p:grpSpPr>
          <a:xfrm>
            <a:off x="289330" y="4359210"/>
            <a:ext cx="2160000" cy="934436"/>
            <a:chOff x="144665" y="525617"/>
            <a:chExt cx="1080000" cy="467218"/>
          </a:xfrm>
        </p:grpSpPr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72976E2C-4857-3E41-841F-272770FD480E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77D18D23-A296-DE4C-95FD-160EB8A00449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sp>
        <p:nvSpPr>
          <p:cNvPr id="49" name="テキスト プレースホルダー 30">
            <a:extLst>
              <a:ext uri="{FF2B5EF4-FFF2-40B4-BE49-F238E27FC236}">
                <a16:creationId xmlns:a16="http://schemas.microsoft.com/office/drawing/2014/main" id="{C847C980-62E8-164C-9FF5-C448AFF65B3A}"/>
              </a:ext>
            </a:extLst>
          </p:cNvPr>
          <p:cNvSpPr txBox="1">
            <a:spLocks/>
          </p:cNvSpPr>
          <p:nvPr/>
        </p:nvSpPr>
        <p:spPr>
          <a:xfrm>
            <a:off x="571049" y="4529783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文献購読について</a:t>
            </a:r>
          </a:p>
        </p:txBody>
      </p:sp>
    </p:spTree>
    <p:extLst>
      <p:ext uri="{BB962C8B-B14F-4D97-AF65-F5344CB8AC3E}">
        <p14:creationId xmlns:p14="http://schemas.microsoft.com/office/powerpoint/2010/main" val="330069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3520CDD-7107-D140-A1A0-69D0D69B1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A831B-0EDE-C548-99F9-10504A962D6E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EFBA0C-3454-8D4D-87CE-5BA9ED8A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405AD0-9091-A94B-BA67-32995AD15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3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6DD2A8D-F804-D546-B77D-9693A67C3E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ja-JP" altLang="en-US"/>
              <a:t>研究関連</a:t>
            </a:r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18F5D246-4675-9D44-B96B-BEDD6F01ED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kumimoji="1" lang="en-US" altLang="ja-JP" dirty="0"/>
              <a:t>1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2227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3520CDD-7107-D140-A1A0-69D0D69B1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74365-84F6-754A-A339-DA79FFD42E98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EFBA0C-3454-8D4D-87CE-5BA9ED8A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405AD0-9091-A94B-BA67-32995AD15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4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6DD2A8D-F804-D546-B77D-9693A67C3E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ja-JP" altLang="en-US"/>
              <a:t>文献講読</a:t>
            </a:r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18F5D246-4675-9D44-B96B-BEDD6F01ED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2</a:t>
            </a:r>
            <a:endParaRPr kumimoji="1" lang="ja-JP" altLang="en-US"/>
          </a:p>
        </p:txBody>
      </p: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FD81DDC5-24B5-F24B-8DCA-6543CEE8DC81}"/>
              </a:ext>
            </a:extLst>
          </p:cNvPr>
          <p:cNvGrpSpPr/>
          <p:nvPr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073638CC-28A2-E943-AD34-548A0C227633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89C51296-914D-A74C-889D-A570C54F6A57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C0C993D-26F8-9648-8C42-6E3A827F97DE}"/>
              </a:ext>
            </a:extLst>
          </p:cNvPr>
          <p:cNvGrpSpPr/>
          <p:nvPr/>
        </p:nvGrpSpPr>
        <p:grpSpPr>
          <a:xfrm>
            <a:off x="617232" y="2557358"/>
            <a:ext cx="539448" cy="487368"/>
            <a:chOff x="400056" y="1061560"/>
            <a:chExt cx="269724" cy="243684"/>
          </a:xfrm>
        </p:grpSpPr>
        <p:sp>
          <p:nvSpPr>
            <p:cNvPr id="35" name="三角形 34">
              <a:extLst>
                <a:ext uri="{FF2B5EF4-FFF2-40B4-BE49-F238E27FC236}">
                  <a16:creationId xmlns:a16="http://schemas.microsoft.com/office/drawing/2014/main" id="{21EC1BB2-1EA3-DB45-83ED-42197AA1F0E3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36" name="三角形 35">
              <a:extLst>
                <a:ext uri="{FF2B5EF4-FFF2-40B4-BE49-F238E27FC236}">
                  <a16:creationId xmlns:a16="http://schemas.microsoft.com/office/drawing/2014/main" id="{92822503-D36D-7644-A490-99EB8A1079E7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37" name="テキスト プレースホルダー 30">
            <a:extLst>
              <a:ext uri="{FF2B5EF4-FFF2-40B4-BE49-F238E27FC236}">
                <a16:creationId xmlns:a16="http://schemas.microsoft.com/office/drawing/2014/main" id="{A73B3907-668E-1A41-B5F4-6D46EA930E91}"/>
              </a:ext>
            </a:extLst>
          </p:cNvPr>
          <p:cNvSpPr txBox="1">
            <a:spLocks/>
          </p:cNvSpPr>
          <p:nvPr/>
        </p:nvSpPr>
        <p:spPr>
          <a:xfrm>
            <a:off x="571049" y="1583871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タイトル</a:t>
            </a:r>
          </a:p>
        </p:txBody>
      </p:sp>
      <p:sp>
        <p:nvSpPr>
          <p:cNvPr id="38" name="テキスト プレースホルダー 27">
            <a:extLst>
              <a:ext uri="{FF2B5EF4-FFF2-40B4-BE49-F238E27FC236}">
                <a16:creationId xmlns:a16="http://schemas.microsoft.com/office/drawing/2014/main" id="{52FC6201-0015-374A-A9F7-4FCF0162EFE8}"/>
              </a:ext>
            </a:extLst>
          </p:cNvPr>
          <p:cNvSpPr txBox="1">
            <a:spLocks/>
          </p:cNvSpPr>
          <p:nvPr/>
        </p:nvSpPr>
        <p:spPr>
          <a:xfrm>
            <a:off x="1254486" y="2484733"/>
            <a:ext cx="17551674" cy="172150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Grumpy &amp; Pinocchio: Answering Human-Agent Negotiation </a:t>
            </a:r>
          </a:p>
          <a:p>
            <a:r>
              <a:rPr lang="en-US" altLang="ja-JP" dirty="0"/>
              <a:t>Questions through Realistic Agent Design 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C5A507FC-7CA3-B846-8ECF-593DD878D513}"/>
              </a:ext>
            </a:extLst>
          </p:cNvPr>
          <p:cNvGrpSpPr/>
          <p:nvPr/>
        </p:nvGrpSpPr>
        <p:grpSpPr>
          <a:xfrm>
            <a:off x="289330" y="4186163"/>
            <a:ext cx="2160000" cy="934436"/>
            <a:chOff x="144665" y="525617"/>
            <a:chExt cx="1080000" cy="467218"/>
          </a:xfrm>
        </p:grpSpPr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461B67CA-EFF8-B946-9B39-A1B584D7C295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54AED7D6-ADAE-EF4A-9EAF-F3ABE8B1CE5C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42" name="グループ化 41">
            <a:extLst>
              <a:ext uri="{FF2B5EF4-FFF2-40B4-BE49-F238E27FC236}">
                <a16:creationId xmlns:a16="http://schemas.microsoft.com/office/drawing/2014/main" id="{FBA7F60B-4501-3B4C-831A-6B39BA372BCA}"/>
              </a:ext>
            </a:extLst>
          </p:cNvPr>
          <p:cNvGrpSpPr/>
          <p:nvPr/>
        </p:nvGrpSpPr>
        <p:grpSpPr>
          <a:xfrm>
            <a:off x="617232" y="5330223"/>
            <a:ext cx="539448" cy="487368"/>
            <a:chOff x="400056" y="1061560"/>
            <a:chExt cx="269724" cy="243684"/>
          </a:xfrm>
        </p:grpSpPr>
        <p:sp>
          <p:nvSpPr>
            <p:cNvPr id="43" name="三角形 42">
              <a:extLst>
                <a:ext uri="{FF2B5EF4-FFF2-40B4-BE49-F238E27FC236}">
                  <a16:creationId xmlns:a16="http://schemas.microsoft.com/office/drawing/2014/main" id="{D969DFC4-4FCE-FA4F-9AE1-7E58054439E8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44" name="三角形 43">
              <a:extLst>
                <a:ext uri="{FF2B5EF4-FFF2-40B4-BE49-F238E27FC236}">
                  <a16:creationId xmlns:a16="http://schemas.microsoft.com/office/drawing/2014/main" id="{0BB6E434-B7DA-E74A-97D8-9DF70C614544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45" name="テキスト プレースホルダー 30">
            <a:extLst>
              <a:ext uri="{FF2B5EF4-FFF2-40B4-BE49-F238E27FC236}">
                <a16:creationId xmlns:a16="http://schemas.microsoft.com/office/drawing/2014/main" id="{6460E5F6-B6A2-6D40-B518-3DC31548052E}"/>
              </a:ext>
            </a:extLst>
          </p:cNvPr>
          <p:cNvSpPr txBox="1">
            <a:spLocks/>
          </p:cNvSpPr>
          <p:nvPr/>
        </p:nvSpPr>
        <p:spPr>
          <a:xfrm>
            <a:off x="571049" y="4356736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著者</a:t>
            </a:r>
          </a:p>
        </p:txBody>
      </p:sp>
      <p:sp>
        <p:nvSpPr>
          <p:cNvPr id="46" name="テキスト プレースホルダー 27">
            <a:extLst>
              <a:ext uri="{FF2B5EF4-FFF2-40B4-BE49-F238E27FC236}">
                <a16:creationId xmlns:a16="http://schemas.microsoft.com/office/drawing/2014/main" id="{015B9810-DE51-184B-A7B9-54C0C5A41E3B}"/>
              </a:ext>
            </a:extLst>
          </p:cNvPr>
          <p:cNvSpPr txBox="1">
            <a:spLocks/>
          </p:cNvSpPr>
          <p:nvPr/>
        </p:nvSpPr>
        <p:spPr>
          <a:xfrm>
            <a:off x="1254486" y="5257598"/>
            <a:ext cx="17551674" cy="172150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dirty="0"/>
              <a:t>Johnathan Mell </a:t>
            </a:r>
            <a:r>
              <a:rPr lang="ja-JP" altLang="en-US"/>
              <a:t>，</a:t>
            </a:r>
            <a:r>
              <a:rPr lang="en" altLang="ja-JP" dirty="0"/>
              <a:t>Jonathan </a:t>
            </a:r>
            <a:r>
              <a:rPr lang="en" altLang="ja-JP" dirty="0" err="1"/>
              <a:t>Gratch</a:t>
            </a:r>
            <a:r>
              <a:rPr lang="en" altLang="ja-JP" dirty="0"/>
              <a:t>  </a:t>
            </a:r>
          </a:p>
        </p:txBody>
      </p:sp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2C428B66-1473-1242-9724-ADA1072DD11B}"/>
              </a:ext>
            </a:extLst>
          </p:cNvPr>
          <p:cNvGrpSpPr/>
          <p:nvPr/>
        </p:nvGrpSpPr>
        <p:grpSpPr>
          <a:xfrm>
            <a:off x="289330" y="6411315"/>
            <a:ext cx="2160000" cy="934436"/>
            <a:chOff x="144665" y="525617"/>
            <a:chExt cx="1080000" cy="467218"/>
          </a:xfrm>
        </p:grpSpPr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C7C3B607-7A22-504C-88A3-63CFFFF990D2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87752882-B54C-F547-9F3B-C8B91F3243D3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50" name="グループ化 49">
            <a:extLst>
              <a:ext uri="{FF2B5EF4-FFF2-40B4-BE49-F238E27FC236}">
                <a16:creationId xmlns:a16="http://schemas.microsoft.com/office/drawing/2014/main" id="{B1E10D5C-C6A6-4B4E-A9EA-9E923E37CD8F}"/>
              </a:ext>
            </a:extLst>
          </p:cNvPr>
          <p:cNvGrpSpPr/>
          <p:nvPr/>
        </p:nvGrpSpPr>
        <p:grpSpPr>
          <a:xfrm>
            <a:off x="617232" y="7555375"/>
            <a:ext cx="539448" cy="487368"/>
            <a:chOff x="400056" y="1061560"/>
            <a:chExt cx="269724" cy="243684"/>
          </a:xfrm>
        </p:grpSpPr>
        <p:sp>
          <p:nvSpPr>
            <p:cNvPr id="51" name="三角形 50">
              <a:extLst>
                <a:ext uri="{FF2B5EF4-FFF2-40B4-BE49-F238E27FC236}">
                  <a16:creationId xmlns:a16="http://schemas.microsoft.com/office/drawing/2014/main" id="{26F62AF1-AC23-B049-8D9B-D5A751651A3A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52" name="三角形 51">
              <a:extLst>
                <a:ext uri="{FF2B5EF4-FFF2-40B4-BE49-F238E27FC236}">
                  <a16:creationId xmlns:a16="http://schemas.microsoft.com/office/drawing/2014/main" id="{C6D80F56-0791-FD4F-A4FA-28EE5BD3D3DD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53" name="テキスト プレースホルダー 30">
            <a:extLst>
              <a:ext uri="{FF2B5EF4-FFF2-40B4-BE49-F238E27FC236}">
                <a16:creationId xmlns:a16="http://schemas.microsoft.com/office/drawing/2014/main" id="{769D8771-3FBE-174F-84A7-0F5C4AFBDAC4}"/>
              </a:ext>
            </a:extLst>
          </p:cNvPr>
          <p:cNvSpPr txBox="1">
            <a:spLocks/>
          </p:cNvSpPr>
          <p:nvPr/>
        </p:nvSpPr>
        <p:spPr>
          <a:xfrm>
            <a:off x="571049" y="6581888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出典</a:t>
            </a:r>
          </a:p>
        </p:txBody>
      </p:sp>
      <p:sp>
        <p:nvSpPr>
          <p:cNvPr id="54" name="テキスト プレースホルダー 27">
            <a:extLst>
              <a:ext uri="{FF2B5EF4-FFF2-40B4-BE49-F238E27FC236}">
                <a16:creationId xmlns:a16="http://schemas.microsoft.com/office/drawing/2014/main" id="{255F7D46-2006-8245-8515-E191BE964BDE}"/>
              </a:ext>
            </a:extLst>
          </p:cNvPr>
          <p:cNvSpPr txBox="1">
            <a:spLocks/>
          </p:cNvSpPr>
          <p:nvPr/>
        </p:nvSpPr>
        <p:spPr>
          <a:xfrm>
            <a:off x="1254486" y="7482750"/>
            <a:ext cx="17551674" cy="172150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" altLang="ja-JP" dirty="0"/>
              <a:t>Proceedings of the 16th International Conference on Autonomous Agents and Multiagent Systems (AAMAS 2017), Pages 401-409 </a:t>
            </a:r>
          </a:p>
        </p:txBody>
      </p:sp>
    </p:spTree>
    <p:extLst>
      <p:ext uri="{BB962C8B-B14F-4D97-AF65-F5344CB8AC3E}">
        <p14:creationId xmlns:p14="http://schemas.microsoft.com/office/powerpoint/2010/main" val="3126109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3520CDD-7107-D140-A1A0-69D0D69B1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74365-84F6-754A-A339-DA79FFD42E98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EFBA0C-3454-8D4D-87CE-5BA9ED8A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405AD0-9091-A94B-BA67-32995AD15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5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6DD2A8D-F804-D546-B77D-9693A67C3E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ja-JP" altLang="en-US"/>
              <a:t>文献講読</a:t>
            </a:r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18F5D246-4675-9D44-B96B-BEDD6F01ED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2</a:t>
            </a:r>
            <a:endParaRPr kumimoji="1" lang="ja-JP" altLang="en-US"/>
          </a:p>
        </p:txBody>
      </p: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FD81DDC5-24B5-F24B-8DCA-6543CEE8DC81}"/>
              </a:ext>
            </a:extLst>
          </p:cNvPr>
          <p:cNvGrpSpPr/>
          <p:nvPr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073638CC-28A2-E943-AD34-548A0C227633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89C51296-914D-A74C-889D-A570C54F6A57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C0C993D-26F8-9648-8C42-6E3A827F97DE}"/>
              </a:ext>
            </a:extLst>
          </p:cNvPr>
          <p:cNvGrpSpPr/>
          <p:nvPr/>
        </p:nvGrpSpPr>
        <p:grpSpPr>
          <a:xfrm>
            <a:off x="617232" y="2557358"/>
            <a:ext cx="539448" cy="487368"/>
            <a:chOff x="400056" y="1061560"/>
            <a:chExt cx="269724" cy="243684"/>
          </a:xfrm>
        </p:grpSpPr>
        <p:sp>
          <p:nvSpPr>
            <p:cNvPr id="35" name="三角形 34">
              <a:extLst>
                <a:ext uri="{FF2B5EF4-FFF2-40B4-BE49-F238E27FC236}">
                  <a16:creationId xmlns:a16="http://schemas.microsoft.com/office/drawing/2014/main" id="{21EC1BB2-1EA3-DB45-83ED-42197AA1F0E3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36" name="三角形 35">
              <a:extLst>
                <a:ext uri="{FF2B5EF4-FFF2-40B4-BE49-F238E27FC236}">
                  <a16:creationId xmlns:a16="http://schemas.microsoft.com/office/drawing/2014/main" id="{92822503-D36D-7644-A490-99EB8A1079E7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37" name="テキスト プレースホルダー 30">
            <a:extLst>
              <a:ext uri="{FF2B5EF4-FFF2-40B4-BE49-F238E27FC236}">
                <a16:creationId xmlns:a16="http://schemas.microsoft.com/office/drawing/2014/main" id="{A73B3907-668E-1A41-B5F4-6D46EA930E91}"/>
              </a:ext>
            </a:extLst>
          </p:cNvPr>
          <p:cNvSpPr txBox="1">
            <a:spLocks/>
          </p:cNvSpPr>
          <p:nvPr/>
        </p:nvSpPr>
        <p:spPr>
          <a:xfrm>
            <a:off x="571049" y="1583871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文献内容</a:t>
            </a:r>
          </a:p>
        </p:txBody>
      </p:sp>
      <p:sp>
        <p:nvSpPr>
          <p:cNvPr id="38" name="テキスト プレースホルダー 27">
            <a:extLst>
              <a:ext uri="{FF2B5EF4-FFF2-40B4-BE49-F238E27FC236}">
                <a16:creationId xmlns:a16="http://schemas.microsoft.com/office/drawing/2014/main" id="{52FC6201-0015-374A-A9F7-4FCF0162EFE8}"/>
              </a:ext>
            </a:extLst>
          </p:cNvPr>
          <p:cNvSpPr txBox="1">
            <a:spLocks/>
          </p:cNvSpPr>
          <p:nvPr/>
        </p:nvSpPr>
        <p:spPr>
          <a:xfrm>
            <a:off x="1254486" y="2484733"/>
            <a:ext cx="17551674" cy="172150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dirty="0"/>
              <a:t>IAGO</a:t>
            </a:r>
            <a:r>
              <a:rPr lang="ja-JP" altLang="en-US"/>
              <a:t>の紹介</a:t>
            </a:r>
            <a:endParaRPr lang="en-US" altLang="ja-JP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3E13661C-CC44-784E-85C7-F308F19F34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349" y="4610192"/>
            <a:ext cx="8287303" cy="7731574"/>
          </a:xfrm>
          <a:prstGeom prst="rect">
            <a:avLst/>
          </a:prstGeom>
        </p:spPr>
      </p:pic>
      <p:sp>
        <p:nvSpPr>
          <p:cNvPr id="57" name="三角形 56">
            <a:extLst>
              <a:ext uri="{FF2B5EF4-FFF2-40B4-BE49-F238E27FC236}">
                <a16:creationId xmlns:a16="http://schemas.microsoft.com/office/drawing/2014/main" id="{7F703886-4132-A74D-B009-F1827BE6F3C7}"/>
              </a:ext>
            </a:extLst>
          </p:cNvPr>
          <p:cNvSpPr/>
          <p:nvPr/>
        </p:nvSpPr>
        <p:spPr>
          <a:xfrm rot="5400000">
            <a:off x="1076238" y="3361776"/>
            <a:ext cx="480900" cy="320016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7200"/>
          </a:p>
        </p:txBody>
      </p:sp>
      <p:sp>
        <p:nvSpPr>
          <p:cNvPr id="58" name="テキスト プレースホルダー 29">
            <a:extLst>
              <a:ext uri="{FF2B5EF4-FFF2-40B4-BE49-F238E27FC236}">
                <a16:creationId xmlns:a16="http://schemas.microsoft.com/office/drawing/2014/main" id="{E23E8662-C802-5F46-BB63-19816491BB27}"/>
              </a:ext>
            </a:extLst>
          </p:cNvPr>
          <p:cNvSpPr txBox="1">
            <a:spLocks/>
          </p:cNvSpPr>
          <p:nvPr/>
        </p:nvSpPr>
        <p:spPr>
          <a:xfrm>
            <a:off x="1457090" y="3246502"/>
            <a:ext cx="16135964" cy="85399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0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人間と交渉するエージェントを作成するプラットフォーム</a:t>
            </a:r>
          </a:p>
        </p:txBody>
      </p:sp>
    </p:spTree>
    <p:extLst>
      <p:ext uri="{BB962C8B-B14F-4D97-AF65-F5344CB8AC3E}">
        <p14:creationId xmlns:p14="http://schemas.microsoft.com/office/powerpoint/2010/main" val="575561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3520CDD-7107-D140-A1A0-69D0D69B1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74365-84F6-754A-A339-DA79FFD42E98}" type="datetime1">
              <a:rPr lang="ja-JP" altLang="en-US" smtClean="0"/>
              <a:t>2018/6/4</a:t>
            </a:fld>
            <a:endParaRPr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EEFBA0C-3454-8D4D-87CE-5BA9ED8AF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/>
              <a:t>進捗報告</a:t>
            </a:r>
            <a:r>
              <a:rPr lang="en-US" altLang="ja-JP"/>
              <a:t>(2018.06.06)</a:t>
            </a:r>
            <a:endParaRPr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405AD0-9091-A94B-BA67-32995AD15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lang="ja-JP" altLang="en-US" smtClean="0"/>
              <a:pPr/>
              <a:t>6</a:t>
            </a:fld>
            <a:endParaRPr lang="ja-JP" alt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6DD2A8D-F804-D546-B77D-9693A67C3E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ja-JP" altLang="en-US"/>
              <a:t>文献講読</a:t>
            </a:r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18F5D246-4675-9D44-B96B-BEDD6F01EDA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ja-JP" dirty="0"/>
              <a:t>2</a:t>
            </a:r>
            <a:endParaRPr kumimoji="1" lang="ja-JP" altLang="en-US"/>
          </a:p>
        </p:txBody>
      </p:sp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FD81DDC5-24B5-F24B-8DCA-6543CEE8DC81}"/>
              </a:ext>
            </a:extLst>
          </p:cNvPr>
          <p:cNvGrpSpPr/>
          <p:nvPr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073638CC-28A2-E943-AD34-548A0C227633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89C51296-914D-A74C-889D-A570C54F6A57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FC0C993D-26F8-9648-8C42-6E3A827F97DE}"/>
              </a:ext>
            </a:extLst>
          </p:cNvPr>
          <p:cNvGrpSpPr/>
          <p:nvPr/>
        </p:nvGrpSpPr>
        <p:grpSpPr>
          <a:xfrm>
            <a:off x="617232" y="2557358"/>
            <a:ext cx="539448" cy="487368"/>
            <a:chOff x="400056" y="1061560"/>
            <a:chExt cx="269724" cy="243684"/>
          </a:xfrm>
        </p:grpSpPr>
        <p:sp>
          <p:nvSpPr>
            <p:cNvPr id="35" name="三角形 34">
              <a:extLst>
                <a:ext uri="{FF2B5EF4-FFF2-40B4-BE49-F238E27FC236}">
                  <a16:creationId xmlns:a16="http://schemas.microsoft.com/office/drawing/2014/main" id="{21EC1BB2-1EA3-DB45-83ED-42197AA1F0E3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36" name="三角形 35">
              <a:extLst>
                <a:ext uri="{FF2B5EF4-FFF2-40B4-BE49-F238E27FC236}">
                  <a16:creationId xmlns:a16="http://schemas.microsoft.com/office/drawing/2014/main" id="{92822503-D36D-7644-A490-99EB8A1079E7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37" name="テキスト プレースホルダー 30">
            <a:extLst>
              <a:ext uri="{FF2B5EF4-FFF2-40B4-BE49-F238E27FC236}">
                <a16:creationId xmlns:a16="http://schemas.microsoft.com/office/drawing/2014/main" id="{A73B3907-668E-1A41-B5F4-6D46EA930E91}"/>
              </a:ext>
            </a:extLst>
          </p:cNvPr>
          <p:cNvSpPr txBox="1">
            <a:spLocks/>
          </p:cNvSpPr>
          <p:nvPr/>
        </p:nvSpPr>
        <p:spPr>
          <a:xfrm>
            <a:off x="571049" y="1583871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文献内容</a:t>
            </a:r>
          </a:p>
        </p:txBody>
      </p:sp>
      <p:sp>
        <p:nvSpPr>
          <p:cNvPr id="38" name="テキスト プレースホルダー 27">
            <a:extLst>
              <a:ext uri="{FF2B5EF4-FFF2-40B4-BE49-F238E27FC236}">
                <a16:creationId xmlns:a16="http://schemas.microsoft.com/office/drawing/2014/main" id="{52FC6201-0015-374A-A9F7-4FCF0162EFE8}"/>
              </a:ext>
            </a:extLst>
          </p:cNvPr>
          <p:cNvSpPr txBox="1">
            <a:spLocks/>
          </p:cNvSpPr>
          <p:nvPr/>
        </p:nvSpPr>
        <p:spPr>
          <a:xfrm>
            <a:off x="1254486" y="2484733"/>
            <a:ext cx="17551674" cy="172150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人間同士の交渉で生じる効果について調査</a:t>
            </a:r>
            <a:endParaRPr lang="en-US" altLang="ja-JP" dirty="0"/>
          </a:p>
        </p:txBody>
      </p:sp>
      <p:sp>
        <p:nvSpPr>
          <p:cNvPr id="57" name="三角形 56">
            <a:extLst>
              <a:ext uri="{FF2B5EF4-FFF2-40B4-BE49-F238E27FC236}">
                <a16:creationId xmlns:a16="http://schemas.microsoft.com/office/drawing/2014/main" id="{7F703886-4132-A74D-B009-F1827BE6F3C7}"/>
              </a:ext>
            </a:extLst>
          </p:cNvPr>
          <p:cNvSpPr/>
          <p:nvPr/>
        </p:nvSpPr>
        <p:spPr>
          <a:xfrm rot="5400000">
            <a:off x="1076238" y="3361776"/>
            <a:ext cx="480900" cy="320016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7200"/>
          </a:p>
        </p:txBody>
      </p:sp>
      <p:sp>
        <p:nvSpPr>
          <p:cNvPr id="58" name="テキスト プレースホルダー 29">
            <a:extLst>
              <a:ext uri="{FF2B5EF4-FFF2-40B4-BE49-F238E27FC236}">
                <a16:creationId xmlns:a16="http://schemas.microsoft.com/office/drawing/2014/main" id="{E23E8662-C802-5F46-BB63-19816491BB27}"/>
              </a:ext>
            </a:extLst>
          </p:cNvPr>
          <p:cNvSpPr txBox="1">
            <a:spLocks/>
          </p:cNvSpPr>
          <p:nvPr/>
        </p:nvSpPr>
        <p:spPr>
          <a:xfrm>
            <a:off x="1457090" y="3246502"/>
            <a:ext cx="16135964" cy="85399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0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エージェントが選好情報を公開すると人間も情報を公開するか？</a:t>
            </a:r>
          </a:p>
        </p:txBody>
      </p:sp>
      <p:sp>
        <p:nvSpPr>
          <p:cNvPr id="19" name="三角形 18">
            <a:extLst>
              <a:ext uri="{FF2B5EF4-FFF2-40B4-BE49-F238E27FC236}">
                <a16:creationId xmlns:a16="http://schemas.microsoft.com/office/drawing/2014/main" id="{5A1E2416-719A-5F49-8CBA-5D9DC0A4E4D0}"/>
              </a:ext>
            </a:extLst>
          </p:cNvPr>
          <p:cNvSpPr/>
          <p:nvPr/>
        </p:nvSpPr>
        <p:spPr>
          <a:xfrm rot="5400000">
            <a:off x="1076238" y="4116522"/>
            <a:ext cx="480900" cy="320016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7200"/>
          </a:p>
        </p:txBody>
      </p:sp>
      <p:sp>
        <p:nvSpPr>
          <p:cNvPr id="20" name="テキスト プレースホルダー 29">
            <a:extLst>
              <a:ext uri="{FF2B5EF4-FFF2-40B4-BE49-F238E27FC236}">
                <a16:creationId xmlns:a16="http://schemas.microsoft.com/office/drawing/2014/main" id="{70739402-757B-2B4C-A11E-2420B2613167}"/>
              </a:ext>
            </a:extLst>
          </p:cNvPr>
          <p:cNvSpPr txBox="1">
            <a:spLocks/>
          </p:cNvSpPr>
          <p:nvPr/>
        </p:nvSpPr>
        <p:spPr>
          <a:xfrm>
            <a:off x="1457090" y="4001248"/>
            <a:ext cx="16135964" cy="85399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0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選好情報を公開することは統合的交渉に影響を与えるか？</a:t>
            </a:r>
          </a:p>
        </p:txBody>
      </p:sp>
      <p:sp>
        <p:nvSpPr>
          <p:cNvPr id="23" name="三角形 22">
            <a:extLst>
              <a:ext uri="{FF2B5EF4-FFF2-40B4-BE49-F238E27FC236}">
                <a16:creationId xmlns:a16="http://schemas.microsoft.com/office/drawing/2014/main" id="{B0C94E0C-603C-504B-8CC4-FED978488AC0}"/>
              </a:ext>
            </a:extLst>
          </p:cNvPr>
          <p:cNvSpPr/>
          <p:nvPr/>
        </p:nvSpPr>
        <p:spPr>
          <a:xfrm rot="5400000">
            <a:off x="1076238" y="4906100"/>
            <a:ext cx="480900" cy="320016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7200"/>
          </a:p>
        </p:txBody>
      </p:sp>
      <p:sp>
        <p:nvSpPr>
          <p:cNvPr id="24" name="テキスト プレースホルダー 29">
            <a:extLst>
              <a:ext uri="{FF2B5EF4-FFF2-40B4-BE49-F238E27FC236}">
                <a16:creationId xmlns:a16="http://schemas.microsoft.com/office/drawing/2014/main" id="{0D3816DE-CBDD-0845-96BC-E9CA51D62B4B}"/>
              </a:ext>
            </a:extLst>
          </p:cNvPr>
          <p:cNvSpPr txBox="1">
            <a:spLocks/>
          </p:cNvSpPr>
          <p:nvPr/>
        </p:nvSpPr>
        <p:spPr>
          <a:xfrm>
            <a:off x="1457090" y="4790826"/>
            <a:ext cx="16135964" cy="85399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0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積極的な行動は相手を譲歩させるのか？</a:t>
            </a:r>
          </a:p>
        </p:txBody>
      </p:sp>
    </p:spTree>
    <p:extLst>
      <p:ext uri="{BB962C8B-B14F-4D97-AF65-F5344CB8AC3E}">
        <p14:creationId xmlns:p14="http://schemas.microsoft.com/office/powerpoint/2010/main" val="3951623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0F43D92D-1E68-EF4A-8153-4DC9B21D77FE}"/>
              </a:ext>
            </a:extLst>
          </p:cNvPr>
          <p:cNvGrpSpPr/>
          <p:nvPr/>
        </p:nvGrpSpPr>
        <p:grpSpPr>
          <a:xfrm>
            <a:off x="289330" y="1413298"/>
            <a:ext cx="2160000" cy="934436"/>
            <a:chOff x="144665" y="525617"/>
            <a:chExt cx="1080000" cy="467218"/>
          </a:xfrm>
        </p:grpSpPr>
        <p:sp>
          <p:nvSpPr>
            <p:cNvPr id="38" name="正方形/長方形 37">
              <a:extLst>
                <a:ext uri="{FF2B5EF4-FFF2-40B4-BE49-F238E27FC236}">
                  <a16:creationId xmlns:a16="http://schemas.microsoft.com/office/drawing/2014/main" id="{A34D3398-9322-F748-B364-CA3F60D9B540}"/>
                </a:ext>
              </a:extLst>
            </p:cNvPr>
            <p:cNvSpPr/>
            <p:nvPr userDrawn="1"/>
          </p:nvSpPr>
          <p:spPr>
            <a:xfrm>
              <a:off x="145524" y="542424"/>
              <a:ext cx="91081" cy="45041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  <p:sp>
          <p:nvSpPr>
            <p:cNvPr id="39" name="正方形/長方形 38">
              <a:extLst>
                <a:ext uri="{FF2B5EF4-FFF2-40B4-BE49-F238E27FC236}">
                  <a16:creationId xmlns:a16="http://schemas.microsoft.com/office/drawing/2014/main" id="{DD43C602-551C-5746-BC9B-C19E492EADDB}"/>
                </a:ext>
              </a:extLst>
            </p:cNvPr>
            <p:cNvSpPr/>
            <p:nvPr userDrawn="1"/>
          </p:nvSpPr>
          <p:spPr>
            <a:xfrm>
              <a:off x="144665" y="525617"/>
              <a:ext cx="1080000" cy="1613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kumimoji="1" lang="ja-JP" altLang="en-US" sz="2700"/>
            </a:p>
          </p:txBody>
        </p:sp>
      </p:grpSp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7D2F3500-005E-9541-81E5-8F781456C6E9}"/>
              </a:ext>
            </a:extLst>
          </p:cNvPr>
          <p:cNvGrpSpPr/>
          <p:nvPr/>
        </p:nvGrpSpPr>
        <p:grpSpPr>
          <a:xfrm>
            <a:off x="617232" y="2557358"/>
            <a:ext cx="539448" cy="487368"/>
            <a:chOff x="400056" y="1061560"/>
            <a:chExt cx="269724" cy="243684"/>
          </a:xfrm>
        </p:grpSpPr>
        <p:sp>
          <p:nvSpPr>
            <p:cNvPr id="41" name="三角形 40">
              <a:extLst>
                <a:ext uri="{FF2B5EF4-FFF2-40B4-BE49-F238E27FC236}">
                  <a16:creationId xmlns:a16="http://schemas.microsoft.com/office/drawing/2014/main" id="{D29DEB6E-A193-0546-B684-3CB43FF9DF41}"/>
                </a:ext>
              </a:extLst>
            </p:cNvPr>
            <p:cNvSpPr/>
            <p:nvPr userDrawn="1"/>
          </p:nvSpPr>
          <p:spPr>
            <a:xfrm rot="5400000">
              <a:off x="359835" y="1105015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  <p:sp>
          <p:nvSpPr>
            <p:cNvPr id="42" name="三角形 41">
              <a:extLst>
                <a:ext uri="{FF2B5EF4-FFF2-40B4-BE49-F238E27FC236}">
                  <a16:creationId xmlns:a16="http://schemas.microsoft.com/office/drawing/2014/main" id="{2CEA62FD-E89F-5B40-B5BD-22C36179584A}"/>
                </a:ext>
              </a:extLst>
            </p:cNvPr>
            <p:cNvSpPr/>
            <p:nvPr userDrawn="1"/>
          </p:nvSpPr>
          <p:spPr>
            <a:xfrm rot="5400000">
              <a:off x="469551" y="1101781"/>
              <a:ext cx="240450" cy="160008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7200"/>
            </a:p>
          </p:txBody>
        </p:sp>
      </p:grpSp>
      <p:sp>
        <p:nvSpPr>
          <p:cNvPr id="43" name="三角形 42">
            <a:extLst>
              <a:ext uri="{FF2B5EF4-FFF2-40B4-BE49-F238E27FC236}">
                <a16:creationId xmlns:a16="http://schemas.microsoft.com/office/drawing/2014/main" id="{F0E65632-B875-9644-B7BD-5AC77419A68E}"/>
              </a:ext>
            </a:extLst>
          </p:cNvPr>
          <p:cNvSpPr/>
          <p:nvPr/>
        </p:nvSpPr>
        <p:spPr>
          <a:xfrm rot="5400000">
            <a:off x="1076238" y="3361776"/>
            <a:ext cx="480900" cy="320016"/>
          </a:xfrm>
          <a:prstGeom prst="triangle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7200"/>
          </a:p>
        </p:txBody>
      </p:sp>
      <p:sp>
        <p:nvSpPr>
          <p:cNvPr id="44" name="テキスト プレースホルダー 27">
            <a:extLst>
              <a:ext uri="{FF2B5EF4-FFF2-40B4-BE49-F238E27FC236}">
                <a16:creationId xmlns:a16="http://schemas.microsoft.com/office/drawing/2014/main" id="{3ED0938B-63CA-DD4A-9751-C64A1DA1B535}"/>
              </a:ext>
            </a:extLst>
          </p:cNvPr>
          <p:cNvSpPr txBox="1">
            <a:spLocks/>
          </p:cNvSpPr>
          <p:nvPr/>
        </p:nvSpPr>
        <p:spPr>
          <a:xfrm>
            <a:off x="1142976" y="2484733"/>
            <a:ext cx="16632960" cy="99783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8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レベル</a:t>
            </a:r>
            <a:r>
              <a:rPr lang="en-US" altLang="ja-JP"/>
              <a:t>2</a:t>
            </a:r>
            <a:endParaRPr lang="ja-JP" altLang="en-US"/>
          </a:p>
        </p:txBody>
      </p:sp>
      <p:sp>
        <p:nvSpPr>
          <p:cNvPr id="45" name="テキスト プレースホルダー 29">
            <a:extLst>
              <a:ext uri="{FF2B5EF4-FFF2-40B4-BE49-F238E27FC236}">
                <a16:creationId xmlns:a16="http://schemas.microsoft.com/office/drawing/2014/main" id="{090E7D85-8568-4F42-952D-8AE547A43A32}"/>
              </a:ext>
            </a:extLst>
          </p:cNvPr>
          <p:cNvSpPr txBox="1">
            <a:spLocks/>
          </p:cNvSpPr>
          <p:nvPr/>
        </p:nvSpPr>
        <p:spPr>
          <a:xfrm>
            <a:off x="1457090" y="3246502"/>
            <a:ext cx="16135964" cy="85399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4000" kern="1200">
                <a:solidFill>
                  <a:srgbClr val="424242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レベル</a:t>
            </a:r>
            <a:r>
              <a:rPr lang="en-US" altLang="ja-JP"/>
              <a:t>3</a:t>
            </a:r>
            <a:endParaRPr lang="ja-JP" altLang="en-US"/>
          </a:p>
        </p:txBody>
      </p:sp>
      <p:sp>
        <p:nvSpPr>
          <p:cNvPr id="46" name="テキスト プレースホルダー 30">
            <a:extLst>
              <a:ext uri="{FF2B5EF4-FFF2-40B4-BE49-F238E27FC236}">
                <a16:creationId xmlns:a16="http://schemas.microsoft.com/office/drawing/2014/main" id="{8C754852-53DA-F34B-BF94-C8A638634541}"/>
              </a:ext>
            </a:extLst>
          </p:cNvPr>
          <p:cNvSpPr txBox="1">
            <a:spLocks/>
          </p:cNvSpPr>
          <p:nvPr/>
        </p:nvSpPr>
        <p:spPr>
          <a:xfrm>
            <a:off x="571049" y="1583871"/>
            <a:ext cx="17302163" cy="14033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1828800" rtl="0" eaLnBrk="1" latinLnBrk="0" hangingPunct="1">
              <a:lnSpc>
                <a:spcPct val="90000"/>
              </a:lnSpc>
              <a:spcBef>
                <a:spcPts val="2000"/>
              </a:spcBef>
              <a:buFont typeface="Arial" panose="020B0604020202020204" pitchFamily="34" charset="0"/>
              <a:buNone/>
              <a:defRPr kumimoji="1" sz="6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371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286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4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200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1148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0292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9436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8580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772400" indent="-457200" algn="l" defTabSz="18288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/>
              <a:t>レベル</a:t>
            </a:r>
            <a:r>
              <a:rPr lang="en-US" altLang="ja-JP"/>
              <a:t>1</a:t>
            </a:r>
            <a:endParaRPr lang="ja-JP" altLang="en-US"/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AD3A15E-A677-F84A-B56A-F1630E9B6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2036E-BAA0-BC44-BD55-17BEF9262E8C}" type="datetime1">
              <a:rPr kumimoji="1" lang="ja-JP" altLang="en-US" smtClean="0"/>
              <a:t>2018/6/4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4EDDA3E-6952-3D45-BAF8-A47CDA731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進捗報告</a:t>
            </a:r>
            <a:r>
              <a:rPr kumimoji="1" lang="en-US" altLang="ja-JP"/>
              <a:t>(2018.06.06)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FADF68C-23B3-A842-BED8-1B721DFC3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242BC1-393D-1248-985B-18DA624F2964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4332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エメラルドグリーンメイン">
      <a:dk1>
        <a:srgbClr val="333333"/>
      </a:dk1>
      <a:lt1>
        <a:srgbClr val="FFFFFF"/>
      </a:lt1>
      <a:dk2>
        <a:srgbClr val="153430"/>
      </a:dk2>
      <a:lt2>
        <a:srgbClr val="EEEEEE"/>
      </a:lt2>
      <a:accent1>
        <a:srgbClr val="4DBDB0"/>
      </a:accent1>
      <a:accent2>
        <a:srgbClr val="CE4457"/>
      </a:accent2>
      <a:accent3>
        <a:srgbClr val="4197B8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972</TotalTime>
  <Words>188</Words>
  <Application>Microsoft Macintosh PowerPoint</Application>
  <PresentationFormat>ユーザー設定</PresentationFormat>
  <Paragraphs>53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メイリオ</vt:lpstr>
      <vt:lpstr>游ゴシック</vt:lpstr>
      <vt:lpstr>Arial</vt:lpstr>
      <vt:lpstr>Calibri</vt:lpstr>
      <vt:lpstr>Office テーマ</vt:lpstr>
      <vt:lpstr>進捗報告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16.0013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Shogo MATSUSHITA</dc:creator>
  <cp:lastModifiedBy>Shogo MATSUSHITA</cp:lastModifiedBy>
  <cp:revision>50</cp:revision>
  <cp:lastPrinted>2018-04-18T08:51:19Z</cp:lastPrinted>
  <dcterms:created xsi:type="dcterms:W3CDTF">2018-04-18T07:57:09Z</dcterms:created>
  <dcterms:modified xsi:type="dcterms:W3CDTF">2018-06-04T07:15:02Z</dcterms:modified>
</cp:coreProperties>
</file>